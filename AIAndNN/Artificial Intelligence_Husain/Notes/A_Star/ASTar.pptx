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10.jpeg" ContentType="image/jpeg"/>
  <Override PartName="/ppt/media/image6.jpeg" ContentType="image/jpeg"/>
  <Override PartName="/ppt/media/image11.jpeg" ContentType="image/jpeg"/>
  <Override PartName="/ppt/media/image7.jpeg" ContentType="image/jpeg"/>
  <Override PartName="/ppt/media/image12.jpeg" ContentType="image/jpeg"/>
  <Override PartName="/ppt/media/image8.jpeg" ContentType="image/jpeg"/>
  <Override PartName="/ppt/media/image13.jpeg" ContentType="image/jpeg"/>
  <Override PartName="/ppt/media/image9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72" r:id="rId11"/>
    <p:sldMasterId id="2147483674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92E4C0-8FFC-482D-A9BB-1EBC1164A0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520771-F721-42AE-8B19-093A7A3A97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DFA4B08-C901-420E-BA67-1776F2E29E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D07472E-0B10-41EB-A585-42628A5A48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24326E6-D977-45B9-A6CA-D37EE1D45A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3081593-E96B-42BB-9CE3-71BDD7BB97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A846D1C-6D62-44F6-91A7-FCD1B27E0D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68F6502-F848-4A61-8955-B0A55FA112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F220B75-F55B-463D-B091-B299A9E8B3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37227C0-4CB3-41FE-A653-687CCFA5AE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86B7467-26D7-4BB8-A53F-A697F0F410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B70BFA1-183C-4AB2-8257-CA567F0F00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71625F7-AD97-4186-8C72-EE15CFB0B2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FF8FA08-00B5-43F3-824B-D835B7A9EA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8BC78A6-24C0-4333-BC13-C2E13B560C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A0357B2-C1D4-4DD6-BBDD-79B65DD6CF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8A27690-A02B-4527-9935-5E03D45B03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6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570DE1-7EC8-4A1B-925E-689611B0F7E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07E7C0-B121-4086-B4D8-12DB98D9F00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8A01CD-2ECE-45F4-B1EF-74C343E754B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06964C-4D24-4E47-9612-2594FA4A883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FC17A3-176C-4B10-B651-501476A9359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42719A-CBFF-4A72-B247-5BCDC8C65DF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18D41C-BBAE-4B2D-9461-C726C4165C4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296443-DC30-46F6-BB7A-A44E4F7AEE3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ACFFB4-4624-4F07-91AB-58B5DA27CA8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A2A5CD-D91F-4372-80AA-1A49B78D6AF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6D83CC-FD7D-42C4-BF36-E99068250CE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1" descr="02-A-Search-Algorithm-2-2048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1" descr="03-A-Search-Algorithm-3-2048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1" descr="04-A-Search-Algorithm-4-2048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1" descr="05-A-Search-Algorithm-5-2048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1" descr="06-A-Search-Algorithm-6-2048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1" descr="07-A-Search-Algorithm-7-2048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1" descr="08-A-Search-Algorithm-8-2048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1" descr="09-A-Search-Algorithm-9-2048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1" descr="10-A-Search-Algorithm-10-2048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1" descr="11-A-Search-Algorithm-11-2048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1" descr="12-A-Search-Algorithm-12-2048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1" descr="13-A-Search-Algorithm-13-2048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1" descr="14-A-Search-Algorithm-14-2048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LibreOffice/24.8.7.2$Linux_X86_64 LibreOffice_project/f4f281f562fb585d46b0af5755dfe1eb6adc047f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2025-06-04T10:30:44Z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