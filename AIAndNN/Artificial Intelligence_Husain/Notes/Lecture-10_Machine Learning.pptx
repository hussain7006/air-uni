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29.png" ContentType="image/png"/>
  <Override PartName="/ppt/media/image28.png" ContentType="image/png"/>
  <Override PartName="/ppt/media/image15.svg" ContentType="image/svg"/>
  <Override PartName="/ppt/media/image27.png" ContentType="image/png"/>
  <Override PartName="/ppt/media/image26.png" ContentType="image/png"/>
  <Override PartName="/ppt/media/image13.svg" ContentType="image/svg"/>
  <Override PartName="/ppt/media/image24.png" ContentType="image/png"/>
  <Override PartName="/ppt/media/image22.png" ContentType="image/png"/>
  <Override PartName="/ppt/media/image59.png" ContentType="image/png"/>
  <Override PartName="/ppt/media/image21.svg" ContentType="image/svg"/>
  <Override PartName="/ppt/media/image34.png" ContentType="image/png"/>
  <Override PartName="/ppt/media/image19.svg" ContentType="image/svg"/>
  <Override PartName="/ppt/media/image1.png" ContentType="image/png"/>
  <Override PartName="/ppt/media/image33.png" ContentType="image/png"/>
  <Override PartName="/ppt/media/image2.svg" ContentType="image/svg"/>
  <Override PartName="/ppt/media/image47.png" ContentType="image/png"/>
  <Override PartName="/ppt/media/image25.svg" ContentType="image/svg"/>
  <Override PartName="/ppt/media/image38.png" ContentType="image/png"/>
  <Override PartName="/ppt/media/image14.png" ContentType="image/png"/>
  <Override PartName="/ppt/media/image6.svg" ContentType="image/svg"/>
  <Override PartName="/ppt/media/image5.png" ContentType="image/png"/>
  <Override PartName="/ppt/media/image37.png" ContentType="image/png"/>
  <Override PartName="/ppt/media/image16.png" ContentType="image/png"/>
  <Override PartName="/ppt/media/image8.svg" ContentType="image/svg"/>
  <Override PartName="/ppt/media/image7.png" ContentType="image/png"/>
  <Override PartName="/ppt/media/image39.png" ContentType="image/png"/>
  <Override PartName="/ppt/media/image11.png" ContentType="image/png"/>
  <Override PartName="/ppt/media/image48.png" ContentType="image/png"/>
  <Override PartName="/ppt/media/image20.png" ContentType="image/png"/>
  <Override PartName="/ppt/media/image57.png" ContentType="image/png"/>
  <Override PartName="/ppt/media/image45.png" ContentType="image/png"/>
  <Override PartName="/ppt/media/image50.png" ContentType="image/png"/>
  <Override PartName="/ppt/media/image51.png" ContentType="image/png"/>
  <Override PartName="/ppt/media/image52.png" ContentType="image/png"/>
  <Override PartName="/ppt/media/image53.png" ContentType="image/png"/>
  <Override PartName="/ppt/media/image42.png" ContentType="image/png"/>
  <Override PartName="/ppt/media/image54.png" ContentType="image/png"/>
  <Override PartName="/ppt/media/image43.png" ContentType="image/png"/>
  <Override PartName="/ppt/media/image17.svg" ContentType="image/svg"/>
  <Override PartName="/ppt/media/image55.png" ContentType="image/png"/>
  <Override PartName="/ppt/media/image9.png" ContentType="image/png"/>
  <Override PartName="/ppt/media/image18.png" ContentType="image/png"/>
  <Override PartName="/ppt/media/image44.png" ContentType="image/png"/>
  <Override PartName="/ppt/media/image56.png" ContentType="image/png"/>
  <Override PartName="/ppt/media/image46.png" ContentType="image/png"/>
  <Override PartName="/ppt/media/image58.png" ContentType="image/png"/>
  <Override PartName="/ppt/media/image41.png" ContentType="image/png"/>
  <Override PartName="/ppt/media/image40.png" ContentType="image/png"/>
  <Override PartName="/ppt/media/image32.png" ContentType="image/png"/>
  <Override PartName="/ppt/media/image31.png" ContentType="image/png"/>
  <Override PartName="/ppt/media/image30.png" ContentType="image/png"/>
  <Override PartName="/ppt/media/image49.png" ContentType="image/png"/>
  <Override PartName="/ppt/media/image4.svg" ContentType="image/svg"/>
  <Override PartName="/ppt/media/image12.png" ContentType="image/png"/>
  <Override PartName="/ppt/media/image3.png" ContentType="image/png"/>
  <Override PartName="/ppt/media/image35.png" ContentType="image/png"/>
  <Override PartName="/ppt/media/image23.svg" ContentType="image/svg"/>
  <Override PartName="/ppt/media/image36.png" ContentType="image/png"/>
  <Override PartName="/ppt/media/image10.svg" ContentType="image/sv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6.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7.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34.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8" r:id="rId21"/>
    <p:sldMasterId id="2147483690" r:id="rId22"/>
    <p:sldMasterId id="2147483692" r:id="rId23"/>
    <p:sldMasterId id="2147483694" r:id="rId24"/>
  </p:sld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8.xml"/><Relationship Id="rId53" Type="http://schemas.openxmlformats.org/officeDocument/2006/relationships/slide" Target="slides/slide29.xml"/><Relationship Id="rId54"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32.xml"/><Relationship Id="rId57"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rket comparison">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6AEB455-998A-4D89-A3F8-F646694D3040}"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6674B4AB-8A22-4844-8322-B04CE0242F8F}"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112A1D8-4ACC-47EE-90F2-358FCF174AFD}"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meline 2">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21FD9114-C40F-4CF9-97F9-724B795606EC}"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mart Ar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3C5D8318-A497-4E44-8A73-023796817DE0}"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Slide 4 Peopl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C9A3F96E-59BC-4338-9C62-BB88A3D8B796}"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Slide 8 People">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037A4161-6A1C-4BAE-915B-195C32530D14}"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ntent">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860D89D8-492D-4D60-A1D0-888BD32DE313}"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ummary">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652ACDF4-A81F-4E20-AA0B-42A4DC0B9527}"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losing">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5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4331C637-546B-4B58-85CA-4D82C6EA708D}"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6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F3C37197-9762-4EE6-917C-FD62E3DF8D7C}"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meline">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7F6657CD-A0EB-44F4-8C01-6457AEDDE363}"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3 Colum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F5E04E97-304B-4E61-864D-E6FE2E934137}"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2 Column">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8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uFillTx/>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FE3AFB39-147D-445B-AAB6-844E9482158E}"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9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0240F374-F93D-44AD-B610-590C117A35EC}"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0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F2A18465-9B8E-41ED-B096-939289D4AED9}"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1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5FE5B923-364E-4E83-BD32-2D40BD1E41A3}"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uFillTx/>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0D5CD0D0-2287-4706-8C68-4C495F1386D5}"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2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3459DA27-D8BA-4921-9DE8-585C3DDDB46B}"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131D41FA-C4D0-4011-B6FE-4B91526782E2}" type="slidenum">
              <a:t>&lt;#&gt;</a:t>
            </a:fld>
          </a:p>
        </p:txBody>
      </p:sp>
      <p:sp>
        <p:nvSpPr>
          <p:cNvPr id="4" name="PlaceHolder 3"/>
          <p:cNvSpPr>
            <a:spLocks noGrp="1"/>
          </p:cNvSpPr>
          <p:nvPr>
            <p:ph type="dt" idx="5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p>
            <a:r>
              <a:t>Footer</a:t>
            </a:r>
          </a:p>
        </p:txBody>
      </p:sp>
      <p:sp>
        <p:nvSpPr>
          <p:cNvPr id="3" name="PlaceHolder 2"/>
          <p:cNvSpPr>
            <a:spLocks noGrp="1"/>
          </p:cNvSpPr>
          <p:nvPr>
            <p:ph type="sldNum" idx="56"/>
          </p:nvPr>
        </p:nvSpPr>
        <p:spPr/>
        <p:txBody>
          <a:bodyPr/>
          <a:p>
            <a:fld id="{ECD40463-8707-41E0-998A-4F558F9F6DC8}" type="slidenum">
              <a:t>&lt;#&gt;</a:t>
            </a:fld>
          </a:p>
        </p:txBody>
      </p:sp>
      <p:sp>
        <p:nvSpPr>
          <p:cNvPr id="4" name="PlaceHolder 3"/>
          <p:cNvSpPr>
            <a:spLocks noGrp="1"/>
          </p:cNvSpPr>
          <p:nvPr>
            <p:ph type="dt" idx="57"/>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46F3306E-100C-413F-A3BD-6480551112EC}" type="slidenum">
              <a:t>&lt;#&gt;</a:t>
            </a:fld>
          </a:p>
        </p:txBody>
      </p:sp>
      <p:sp>
        <p:nvSpPr>
          <p:cNvPr id="4" name="PlaceHolder 3"/>
          <p:cNvSpPr>
            <a:spLocks noGrp="1"/>
          </p:cNvSpPr>
          <p:nvPr>
            <p:ph type="dt" idx="60"/>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205C9A71-590A-4F95-B05A-2164E568B01C}" type="slidenum">
              <a:t>&lt;#&gt;</a:t>
            </a:fld>
          </a:p>
        </p:txBody>
      </p:sp>
      <p:sp>
        <p:nvSpPr>
          <p:cNvPr id="4" name="PlaceHolder 3"/>
          <p:cNvSpPr>
            <a:spLocks noGrp="1"/>
          </p:cNvSpPr>
          <p:nvPr>
            <p:ph type="dt" idx="6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2.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23.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slideLayout" Target="../slideLayouts/slideLayout24.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0" name="Graphic 7" descr=""/>
          <p:cNvPicPr/>
          <p:nvPr/>
        </p:nvPicPr>
        <p:blipFill>
          <a:blip r:embed="rId2">
            <a:extLst>
              <a:ext uri="{96DAC541-7B7A-43D3-8B79-37D633B846F1}">
                <asvg:svgBlip xmlns:asvg="http://schemas.microsoft.com/office/drawing/2016/SVG/main" r:embed="rId3"/>
              </a:ext>
            </a:extLst>
          </a:blip>
          <a:stretch/>
        </p:blipFill>
        <p:spPr>
          <a:xfrm>
            <a:off x="0" y="0"/>
            <a:ext cx="9487080" cy="5053320"/>
          </a:xfrm>
          <a:prstGeom prst="rect">
            <a:avLst/>
          </a:prstGeom>
          <a:noFill/>
          <a:ln w="0">
            <a:noFill/>
          </a:ln>
        </p:spPr>
      </p:pic>
      <p:sp>
        <p:nvSpPr>
          <p:cNvPr id="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5" name="Graphic 10"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1465200" y="2358000"/>
            <a:ext cx="2437200" cy="2018160"/>
          </a:xfrm>
          <a:prstGeom prst="rect">
            <a:avLst/>
          </a:prstGeom>
          <a:noFill/>
          <a:ln w="0">
            <a:noFill/>
          </a:ln>
        </p:spPr>
      </p:pic>
      <p:pic>
        <p:nvPicPr>
          <p:cNvPr id="6" name="Graphic 12" descr="">
            <a:extLst>
              <a:ext uri="{C183D7F6-B498-43B3-948B-1728B52AA6E4}">
                <adec:decorative xmlns:adec="http://schemas.microsoft.com/office/drawing/2017/decorative" val="1"/>
              </a:ext>
            </a:extLst>
          </p:cNvPr>
          <p:cNvPicPr/>
          <p:nvPr/>
        </p:nvPicPr>
        <p:blipFill>
          <a:blip r:embed="rId4">
            <a:extLst>
              <a:ext uri="{96DAC541-7B7A-43D3-8B79-37D633B846F1}">
                <asvg:svgBlip xmlns:asvg="http://schemas.microsoft.com/office/drawing/2016/SVG/main" r:embed="rId5"/>
              </a:ext>
            </a:extLst>
          </a:blip>
          <a:stretch/>
        </p:blipFill>
        <p:spPr>
          <a:xfrm>
            <a:off x="5000760" y="2531880"/>
            <a:ext cx="2189520" cy="1942200"/>
          </a:xfrm>
          <a:prstGeom prst="rect">
            <a:avLst/>
          </a:prstGeom>
          <a:noFill/>
          <a:ln w="0">
            <a:noFill/>
          </a:ln>
        </p:spPr>
      </p:pic>
      <p:pic>
        <p:nvPicPr>
          <p:cNvPr id="7" name="Graphic 14" descr="">
            <a:extLst>
              <a:ext uri="{C183D7F6-B498-43B3-948B-1728B52AA6E4}">
                <adec:decorative xmlns:adec="http://schemas.microsoft.com/office/drawing/2017/decorative" val="1"/>
              </a:ext>
            </a:extLst>
          </p:cNvPr>
          <p:cNvPicPr/>
          <p:nvPr/>
        </p:nvPicPr>
        <p:blipFill>
          <a:blip r:embed="rId6">
            <a:extLst>
              <a:ext uri="{96DAC541-7B7A-43D3-8B79-37D633B846F1}">
                <asvg:svgBlip xmlns:asvg="http://schemas.microsoft.com/office/drawing/2016/SVG/main" r:embed="rId7"/>
              </a:ext>
            </a:extLst>
          </a:blip>
          <a:stretch/>
        </p:blipFill>
        <p:spPr>
          <a:xfrm>
            <a:off x="8345520" y="2421000"/>
            <a:ext cx="2323080" cy="2056320"/>
          </a:xfrm>
          <a:prstGeom prst="rect">
            <a:avLst/>
          </a:prstGeom>
          <a:noFill/>
          <a:ln w="0">
            <a:noFill/>
          </a:ln>
        </p:spPr>
      </p:pic>
      <p:sp>
        <p:nvSpPr>
          <p:cNvPr id="8" name="PlaceHolder 1"/>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9" name="PlaceHolder 2"/>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FD269E55-7BA2-41EA-8449-BC5081DF417B}"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0" name="PlaceHolder 3"/>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11" name="Graphic 10" descr=""/>
          <p:cNvPicPr/>
          <p:nvPr/>
        </p:nvPicPr>
        <p:blipFill>
          <a:blip r:embed="rId2">
            <a:extLst>
              <a:ext uri="{96DAC541-7B7A-43D3-8B79-37D633B846F1}">
                <asvg:svgBlip xmlns:asvg="http://schemas.microsoft.com/office/drawing/2016/SVG/main" r:embed="rId3"/>
              </a:ext>
            </a:extLst>
          </a:blip>
          <a:stretch/>
        </p:blipFill>
        <p:spPr>
          <a:xfrm>
            <a:off x="25920" y="0"/>
            <a:ext cx="4366800" cy="3911400"/>
          </a:xfrm>
          <a:prstGeom prst="rect">
            <a:avLst/>
          </a:prstGeom>
          <a:noFill/>
          <a:ln w="0">
            <a:noFill/>
          </a:ln>
        </p:spPr>
      </p:pic>
      <p:sp>
        <p:nvSpPr>
          <p:cNvPr id="12" name="PlaceHolder 1"/>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3" name="PlaceHolder 2"/>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084B05CC-00A0-48CA-AF92-172A4E03940F}"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4" name="PlaceHolder 3"/>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Graphic 13">
            <a:extLst>
              <a:ext uri="{C183D7F6-B498-43B3-948B-1728B52AA6E4}">
                <adec:decorative xmlns:adec="http://schemas.microsoft.com/office/drawing/2017/decorative" val="1"/>
              </a:ext>
            </a:extLst>
          </p:cNvPr>
          <p:cNvSpPr/>
          <p:nvPr/>
        </p:nvSpPr>
        <p:spPr>
          <a:xfrm flipH="1">
            <a:off x="-1440" y="0"/>
            <a:ext cx="5440680" cy="6856920"/>
          </a:xfrm>
          <a:custGeom>
            <a:avLst/>
            <a:gdLst>
              <a:gd name="textAreaLeft" fmla="*/ -720 w 5440680"/>
              <a:gd name="textAreaRight" fmla="*/ 5441040 w 5440680"/>
              <a:gd name="textAreaTop" fmla="*/ 0 h 6856920"/>
              <a:gd name="textAreaBottom" fmla="*/ 6858000 h 6856920"/>
            </a:gdLst>
            <a:ahLst/>
            <a:rect l="textAreaLeft" t="textAreaTop" r="textAreaRight" b="textAreaBottom"/>
            <a:pathLst>
              <a:path w="5441888" h="6858000">
                <a:moveTo>
                  <a:pt x="5441888" y="0"/>
                </a:moveTo>
                <a:lnTo>
                  <a:pt x="0" y="0"/>
                </a:lnTo>
                <a:lnTo>
                  <a:pt x="0" y="6858000"/>
                </a:lnTo>
                <a:lnTo>
                  <a:pt x="5441888" y="685800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uFillTx/>
              <a:latin typeface="Arial"/>
            </a:endParaRPr>
          </a:p>
        </p:txBody>
      </p:sp>
      <p:sp>
        <p:nvSpPr>
          <p:cNvPr id="16"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7"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66FAB1CB-E0AF-4054-A8A4-CE1D9B91CD80}"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8"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Rectangle 3"/>
          <p:cNvSpPr/>
          <p:nvPr/>
        </p:nvSpPr>
        <p:spPr>
          <a:xfrm>
            <a:off x="0" y="3057840"/>
            <a:ext cx="12191040" cy="200916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75000"/>
                  <a:lumOff val="25000"/>
                </a:schemeClr>
              </a:solidFill>
              <a:uFillTx/>
              <a:latin typeface="Tenorite"/>
            </a:endParaRPr>
          </a:p>
        </p:txBody>
      </p:sp>
      <p:sp>
        <p:nvSpPr>
          <p:cNvPr id="20" name="Rectangle 31"/>
          <p:cNvSpPr/>
          <p:nvPr/>
        </p:nvSpPr>
        <p:spPr>
          <a:xfrm>
            <a:off x="929520" y="4034880"/>
            <a:ext cx="10331640" cy="4464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720" bIns="720" anchor="ctr">
            <a:noAutofit/>
          </a:bodyPr>
          <a:p>
            <a:pPr algn="ctr" defTabSz="914400">
              <a:lnSpc>
                <a:spcPct val="100000"/>
              </a:lnSpc>
            </a:pPr>
            <a:endParaRPr b="0" lang="en-ZA" sz="1800" strike="noStrike" u="none">
              <a:solidFill>
                <a:schemeClr val="dk1">
                  <a:lumMod val="75000"/>
                  <a:lumOff val="25000"/>
                </a:schemeClr>
              </a:solidFill>
              <a:uFillTx/>
              <a:latin typeface="Tenorite"/>
            </a:endParaRPr>
          </a:p>
        </p:txBody>
      </p:sp>
      <p:sp>
        <p:nvSpPr>
          <p:cNvPr id="21" name="PlaceHolder 1"/>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22" name="PlaceHolder 2"/>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83C0A0B6-936F-4EB6-B1ED-ECF6E387092B}"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23" name="PlaceHolder 3"/>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24" name="Straight Connector 9"/>
          <p:cNvCxnSpPr/>
          <p:nvPr/>
        </p:nvCxnSpPr>
        <p:spPr>
          <a:xfrm flipV="1">
            <a:off x="0" y="0"/>
            <a:ext cx="2591640" cy="762840"/>
          </a:xfrm>
          <a:prstGeom prst="straightConnector1">
            <a:avLst/>
          </a:prstGeom>
          <a:ln w="0">
            <a:solidFill>
              <a:srgbClr val="e2b18d"/>
            </a:solidFill>
          </a:ln>
        </p:spPr>
      </p:cxnSp>
      <p:cxnSp>
        <p:nvCxnSpPr>
          <p:cNvPr id="25" name="Straight Connector 11"/>
          <p:cNvCxnSpPr/>
          <p:nvPr/>
        </p:nvCxnSpPr>
        <p:spPr>
          <a:xfrm flipH="1">
            <a:off x="0" y="0"/>
            <a:ext cx="705600" cy="1028880"/>
          </a:xfrm>
          <a:prstGeom prst="straightConnector1">
            <a:avLst/>
          </a:prstGeom>
          <a:ln w="0">
            <a:solidFill>
              <a:srgbClr val="e2b18d"/>
            </a:solidFill>
          </a:ln>
        </p:spPr>
      </p:cxnSp>
      <p:sp>
        <p:nvSpPr>
          <p:cNvPr id="26" name="PlaceHolder 1"/>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27" name="PlaceHolder 2"/>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633529A8-AC81-4172-80CD-B97957E05D16}"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28" name="PlaceHolder 3"/>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29" name="Straight Connector 9">
            <a:extLst>
              <a:ext uri="{C183D7F6-B498-43B3-948B-1728B52AA6E4}">
                <adec:decorative xmlns:adec="http://schemas.microsoft.com/office/drawing/2017/decorative" val="1"/>
              </a:ext>
            </a:extLst>
          </p:cNvPr>
          <p:cNvCxnSpPr/>
          <p:nvPr/>
        </p:nvCxnSpPr>
        <p:spPr>
          <a:xfrm flipH="1" flipV="1">
            <a:off x="7333920" y="0"/>
            <a:ext cx="4858920" cy="762840"/>
          </a:xfrm>
          <a:prstGeom prst="straightConnector1">
            <a:avLst/>
          </a:prstGeom>
          <a:ln w="0">
            <a:solidFill>
              <a:srgbClr val="c6bfa9"/>
            </a:solidFill>
          </a:ln>
        </p:spPr>
      </p:cxnSp>
      <p:cxnSp>
        <p:nvCxnSpPr>
          <p:cNvPr id="30" name="Straight Connector 14">
            <a:extLst>
              <a:ext uri="{C183D7F6-B498-43B3-948B-1728B52AA6E4}">
                <adec:decorative xmlns:adec="http://schemas.microsoft.com/office/drawing/2017/decorative" val="1"/>
              </a:ext>
            </a:extLst>
          </p:cNvPr>
          <p:cNvCxnSpPr/>
          <p:nvPr/>
        </p:nvCxnSpPr>
        <p:spPr>
          <a:xfrm>
            <a:off x="11486880" y="0"/>
            <a:ext cx="705960" cy="1724760"/>
          </a:xfrm>
          <a:prstGeom prst="straightConnector1">
            <a:avLst/>
          </a:prstGeom>
          <a:ln w="0">
            <a:solidFill>
              <a:srgbClr val="c6bfa9"/>
            </a:solidFill>
          </a:ln>
        </p:spPr>
      </p:cxnSp>
      <p:sp>
        <p:nvSpPr>
          <p:cNvPr id="31" name="PlaceHolder 1"/>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32" name="PlaceHolder 2"/>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12DF0790-3543-4B1E-B47D-72B5FE8CEA5F}"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33" name="PlaceHolder 3"/>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34" name="Graphic 12"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4120"/>
            <a:ext cx="2056320" cy="1646640"/>
          </a:xfrm>
          <a:prstGeom prst="rect">
            <a:avLst/>
          </a:prstGeom>
          <a:noFill/>
          <a:ln w="0">
            <a:noFill/>
          </a:ln>
        </p:spPr>
      </p:pic>
      <p:pic>
        <p:nvPicPr>
          <p:cNvPr id="35" name="Graphic 13" descr="">
            <a:extLst>
              <a:ext uri="{C183D7F6-B498-43B3-948B-1728B52AA6E4}">
                <adec:decorative xmlns:adec="http://schemas.microsoft.com/office/drawing/2017/decorative" val="1"/>
              </a:ext>
            </a:extLst>
          </p:cNvPr>
          <p:cNvPicPr/>
          <p:nvPr/>
        </p:nvPicPr>
        <p:blipFill>
          <a:blip r:embed="rId4">
            <a:extLst>
              <a:ext uri="{96DAC541-7B7A-43D3-8B79-37D633B846F1}">
                <asvg:svgBlip xmlns:asvg="http://schemas.microsoft.com/office/drawing/2016/SVG/main" r:embed="rId5"/>
              </a:ext>
            </a:extLst>
          </a:blip>
          <a:stretch/>
        </p:blipFill>
        <p:spPr>
          <a:xfrm>
            <a:off x="11049120" y="5180760"/>
            <a:ext cx="1141920" cy="913320"/>
          </a:xfrm>
          <a:prstGeom prst="rect">
            <a:avLst/>
          </a:prstGeom>
          <a:noFill/>
          <a:ln w="0">
            <a:noFill/>
          </a:ln>
        </p:spPr>
      </p:pic>
      <p:sp>
        <p:nvSpPr>
          <p:cNvPr id="36" name="PlaceHolder 1"/>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lt1"/>
                </a:solidFill>
                <a:uFillTx/>
                <a:latin typeface="Tenorite"/>
              </a:defRPr>
            </a:lvl1pPr>
          </a:lstStyle>
          <a:p>
            <a:pPr indent="0" algn="ctr" defTabSz="914400">
              <a:lnSpc>
                <a:spcPct val="100000"/>
              </a:lnSpc>
              <a:buNone/>
              <a:tabLst>
                <a:tab algn="l" pos="0"/>
              </a:tabLst>
            </a:pPr>
            <a:r>
              <a:rPr b="0" lang="en-US" sz="900" strike="noStrike" u="none">
                <a:solidFill>
                  <a:schemeClr val="lt1"/>
                </a:solidFill>
                <a:uFillTx/>
                <a:latin typeface="Tenorite"/>
              </a:rPr>
              <a:t> </a:t>
            </a:r>
            <a:endParaRPr b="0" lang="en-US" sz="900" strike="noStrike" u="none">
              <a:solidFill>
                <a:srgbClr val="000000"/>
              </a:solidFill>
              <a:uFillTx/>
              <a:latin typeface="Times New Roman"/>
            </a:endParaRPr>
          </a:p>
        </p:txBody>
      </p:sp>
      <p:sp>
        <p:nvSpPr>
          <p:cNvPr id="37" name="PlaceHolder 2"/>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lt1"/>
                </a:solidFill>
                <a:uFillTx/>
                <a:latin typeface="Tenorite"/>
              </a:defRPr>
            </a:lvl1pPr>
          </a:lstStyle>
          <a:p>
            <a:pPr indent="0" algn="r" defTabSz="914400">
              <a:lnSpc>
                <a:spcPct val="100000"/>
              </a:lnSpc>
              <a:buNone/>
              <a:tabLst>
                <a:tab algn="l" pos="0"/>
              </a:tabLst>
            </a:pPr>
            <a:fld id="{D2356B4D-D403-42DD-95E7-5EB8316DEC0A}" type="slidenum">
              <a:rPr b="0" lang="en-US" sz="900" strike="noStrike" u="none">
                <a:solidFill>
                  <a:schemeClr val="lt1"/>
                </a:solidFill>
                <a:uFillTx/>
                <a:latin typeface="Tenorite"/>
              </a:rPr>
              <a:t>1</a:t>
            </a:fld>
            <a:endParaRPr b="0" lang="en-US" sz="900" strike="noStrike" u="none">
              <a:solidFill>
                <a:srgbClr val="000000"/>
              </a:solidFill>
              <a:uFillTx/>
              <a:latin typeface="Times New Roman"/>
            </a:endParaRPr>
          </a:p>
        </p:txBody>
      </p:sp>
      <p:sp>
        <p:nvSpPr>
          <p:cNvPr id="38" name="PlaceHolder 3"/>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6"/>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39" name="Straight Connector 15">
            <a:extLst>
              <a:ext uri="{C183D7F6-B498-43B3-948B-1728B52AA6E4}">
                <adec:decorative xmlns:adec="http://schemas.microsoft.com/office/drawing/2017/decorative" val="1"/>
              </a:ext>
            </a:extLst>
          </p:cNvPr>
          <p:cNvCxnSpPr/>
          <p:nvPr/>
        </p:nvCxnSpPr>
        <p:spPr>
          <a:xfrm flipH="1">
            <a:off x="0" y="0"/>
            <a:ext cx="1239120" cy="1329120"/>
          </a:xfrm>
          <a:prstGeom prst="straightConnector1">
            <a:avLst/>
          </a:prstGeom>
          <a:ln w="3175">
            <a:solidFill>
              <a:srgbClr val="e2b18d"/>
            </a:solidFill>
            <a:round/>
          </a:ln>
        </p:spPr>
      </p:cxnSp>
      <p:cxnSp>
        <p:nvCxnSpPr>
          <p:cNvPr id="40" name="Straight Connector 19">
            <a:extLst>
              <a:ext uri="{C183D7F6-B498-43B3-948B-1728B52AA6E4}">
                <adec:decorative xmlns:adec="http://schemas.microsoft.com/office/drawing/2017/decorative" val="1"/>
              </a:ext>
            </a:extLst>
          </p:cNvPr>
          <p:cNvCxnSpPr/>
          <p:nvPr/>
        </p:nvCxnSpPr>
        <p:spPr>
          <a:xfrm flipH="1">
            <a:off x="0" y="0"/>
            <a:ext cx="3791880" cy="893160"/>
          </a:xfrm>
          <a:prstGeom prst="straightConnector1">
            <a:avLst/>
          </a:prstGeom>
          <a:ln w="0">
            <a:solidFill>
              <a:srgbClr val="e2b18d"/>
            </a:solidFill>
          </a:ln>
        </p:spPr>
      </p:cxnSp>
      <p:sp>
        <p:nvSpPr>
          <p:cNvPr id="41" name="PlaceHolder 1"/>
          <p:cNvSpPr>
            <a:spLocks noGrp="1"/>
          </p:cNvSpPr>
          <p:nvPr>
            <p:ph type="ftr" idx="22"/>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42" name="PlaceHolder 2"/>
          <p:cNvSpPr>
            <a:spLocks noGrp="1"/>
          </p:cNvSpPr>
          <p:nvPr>
            <p:ph type="sldNum" idx="2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965BCF84-F3CA-4F2D-8746-402DB16578AF}"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43" name="PlaceHolder 3"/>
          <p:cNvSpPr>
            <a:spLocks noGrp="1"/>
          </p:cNvSpPr>
          <p:nvPr>
            <p:ph type="dt" idx="24"/>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44" name="Straight Connector 22"/>
          <p:cNvCxnSpPr/>
          <p:nvPr/>
        </p:nvCxnSpPr>
        <p:spPr>
          <a:xfrm flipH="1" flipV="1">
            <a:off x="0" y="876240"/>
            <a:ext cx="4763520" cy="1629720"/>
          </a:xfrm>
          <a:prstGeom prst="straightConnector1">
            <a:avLst/>
          </a:prstGeom>
          <a:ln w="0">
            <a:solidFill>
              <a:srgbClr val="e2b18d"/>
            </a:solidFill>
          </a:ln>
        </p:spPr>
      </p:cxnSp>
      <p:cxnSp>
        <p:nvCxnSpPr>
          <p:cNvPr id="45" name="Straight Connector 11"/>
          <p:cNvCxnSpPr/>
          <p:nvPr/>
        </p:nvCxnSpPr>
        <p:spPr>
          <a:xfrm flipH="1" flipV="1">
            <a:off x="2638080" y="0"/>
            <a:ext cx="2125440" cy="5187240"/>
          </a:xfrm>
          <a:prstGeom prst="straightConnector1">
            <a:avLst/>
          </a:prstGeom>
          <a:ln w="0">
            <a:solidFill>
              <a:srgbClr val="e2b18d"/>
            </a:solidFill>
          </a:ln>
        </p:spPr>
      </p:cxnSp>
      <p:sp>
        <p:nvSpPr>
          <p:cNvPr id="46" name="PlaceHolder 1"/>
          <p:cNvSpPr>
            <a:spLocks noGrp="1"/>
          </p:cNvSpPr>
          <p:nvPr>
            <p:ph type="ftr" idx="25"/>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47" name="PlaceHolder 2"/>
          <p:cNvSpPr>
            <a:spLocks noGrp="1"/>
          </p:cNvSpPr>
          <p:nvPr>
            <p:ph type="sldNum" idx="2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F70A1E8E-C247-4D1E-BBB9-F9AF8DD01A37}"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48" name="PlaceHolder 3"/>
          <p:cNvSpPr>
            <a:spLocks noGrp="1"/>
          </p:cNvSpPr>
          <p:nvPr>
            <p:ph type="dt" idx="27"/>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49" name="Graphic 5" descr=""/>
          <p:cNvPicPr/>
          <p:nvPr/>
        </p:nvPicPr>
        <p:blipFill>
          <a:blip r:embed="rId2">
            <a:extLst>
              <a:ext uri="{96DAC541-7B7A-43D3-8B79-37D633B846F1}">
                <asvg:svgBlip xmlns:asvg="http://schemas.microsoft.com/office/drawing/2016/SVG/main" r:embed="rId3"/>
              </a:ext>
            </a:extLst>
          </a:blip>
          <a:stretch/>
        </p:blipFill>
        <p:spPr>
          <a:xfrm>
            <a:off x="0" y="0"/>
            <a:ext cx="3175920" cy="6856920"/>
          </a:xfrm>
          <a:prstGeom prst="rect">
            <a:avLst/>
          </a:prstGeom>
          <a:noFill/>
          <a:ln w="0">
            <a:noFill/>
          </a:ln>
        </p:spPr>
      </p:pic>
      <p:sp>
        <p:nvSpPr>
          <p:cNvPr id="5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51" name="PlaceHolder 2"/>
          <p:cNvSpPr>
            <a:spLocks noGrp="1"/>
          </p:cNvSpPr>
          <p:nvPr>
            <p:ph type="ftr" idx="28"/>
          </p:nvPr>
        </p:nvSpPr>
        <p:spPr>
          <a:xfrm>
            <a:off x="6479640" y="6356520"/>
            <a:ext cx="266040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52" name="PlaceHolder 3"/>
          <p:cNvSpPr>
            <a:spLocks noGrp="1"/>
          </p:cNvSpPr>
          <p:nvPr>
            <p:ph type="sldNum" idx="29"/>
          </p:nvPr>
        </p:nvSpPr>
        <p:spPr>
          <a:xfrm>
            <a:off x="9579600" y="6356520"/>
            <a:ext cx="17733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8F610F51-AE58-4E52-BE6F-19729118F0FB}"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53" name="PlaceHolder 4"/>
          <p:cNvSpPr>
            <a:spLocks noGrp="1"/>
          </p:cNvSpPr>
          <p:nvPr>
            <p:ph type="dt" idx="30"/>
          </p:nvPr>
        </p:nvSpPr>
        <p:spPr>
          <a:xfrm>
            <a:off x="4267080" y="6356520"/>
            <a:ext cx="177336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 name="Graphic 7" descr=""/>
          <p:cNvPicPr/>
          <p:nvPr/>
        </p:nvPicPr>
        <p:blipFill>
          <a:blip r:embed="rId2">
            <a:extLst>
              <a:ext uri="{96DAC541-7B7A-43D3-8B79-37D633B846F1}">
                <asvg:svgBlip xmlns:asvg="http://schemas.microsoft.com/office/drawing/2016/SVG/main" r:embed="rId3"/>
              </a:ext>
            </a:extLst>
          </a:blip>
          <a:stretch/>
        </p:blipFill>
        <p:spPr>
          <a:xfrm>
            <a:off x="5488920" y="0"/>
            <a:ext cx="6702120" cy="6856920"/>
          </a:xfrm>
          <a:prstGeom prst="rect">
            <a:avLst/>
          </a:prstGeom>
          <a:noFill/>
          <a:ln w="0">
            <a:noFill/>
          </a:ln>
        </p:spPr>
      </p:pic>
      <p:sp>
        <p:nvSpPr>
          <p:cNvPr id="5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5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uFillTx/>
                <a:latin typeface="Arial"/>
              </a:rPr>
              <a:t>Click to edit the </a:t>
            </a:r>
            <a:r>
              <a:rPr b="0" lang="en-US" sz="1800" strike="noStrike" u="none">
                <a:solidFill>
                  <a:srgbClr val="000000"/>
                </a:solidFill>
                <a:uFillTx/>
                <a:latin typeface="Arial"/>
              </a:rPr>
              <a:t>outline text format</a:t>
            </a:r>
            <a:endParaRPr b="0" lang="en-US"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uFillTx/>
                <a:latin typeface="Arial"/>
              </a:rPr>
              <a:t>Second </a:t>
            </a:r>
            <a:r>
              <a:rPr b="0" lang="en-US" sz="1800" strike="noStrike" u="none">
                <a:solidFill>
                  <a:srgbClr val="000000"/>
                </a:solidFill>
                <a:uFillTx/>
                <a:latin typeface="Arial"/>
              </a:rPr>
              <a:t>Outline Level</a:t>
            </a:r>
            <a:endParaRPr b="0" lang="en-US"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uFillTx/>
                <a:latin typeface="Arial"/>
              </a:rPr>
              <a:t>Third </a:t>
            </a:r>
            <a:r>
              <a:rPr b="0" lang="en-US" sz="1800" strike="noStrike" u="none">
                <a:solidFill>
                  <a:srgbClr val="000000"/>
                </a:solidFill>
                <a:uFillTx/>
                <a:latin typeface="Arial"/>
              </a:rPr>
              <a:t>Outline </a:t>
            </a:r>
            <a:r>
              <a:rPr b="0" lang="en-US" sz="1800" strike="noStrike" u="none">
                <a:solidFill>
                  <a:srgbClr val="000000"/>
                </a:solidFill>
                <a:uFillTx/>
                <a:latin typeface="Arial"/>
              </a:rPr>
              <a:t>Level</a:t>
            </a:r>
            <a:endParaRPr b="0" lang="en-US"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uFillTx/>
                <a:latin typeface="Arial"/>
              </a:rPr>
              <a:t>Fourt</a:t>
            </a:r>
            <a:r>
              <a:rPr b="0" lang="en-US" sz="1800" strike="noStrike" u="none">
                <a:solidFill>
                  <a:srgbClr val="000000"/>
                </a:solidFill>
                <a:uFillTx/>
                <a:latin typeface="Arial"/>
              </a:rPr>
              <a:t>h </a:t>
            </a:r>
            <a:r>
              <a:rPr b="0" lang="en-US" sz="1800" strike="noStrike" u="none">
                <a:solidFill>
                  <a:srgbClr val="000000"/>
                </a:solidFill>
                <a:uFillTx/>
                <a:latin typeface="Arial"/>
              </a:rPr>
              <a:t>Outlin</a:t>
            </a:r>
            <a:r>
              <a:rPr b="0" lang="en-US" sz="1800" strike="noStrike" u="none">
                <a:solidFill>
                  <a:srgbClr val="000000"/>
                </a:solidFill>
                <a:uFillTx/>
                <a:latin typeface="Arial"/>
              </a:rPr>
              <a:t>e </a:t>
            </a:r>
            <a:r>
              <a:rPr b="0" lang="en-US" sz="1800" strike="noStrike" u="none">
                <a:solidFill>
                  <a:srgbClr val="000000"/>
                </a:solidFill>
                <a:uFillTx/>
                <a:latin typeface="Arial"/>
              </a:rPr>
              <a:t>Level</a:t>
            </a:r>
            <a:endParaRPr b="0" lang="en-US"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uFillTx/>
                <a:latin typeface="Arial"/>
              </a:rPr>
              <a:t>Fi</a:t>
            </a:r>
            <a:r>
              <a:rPr b="0" lang="en-US" sz="1800" strike="noStrike" u="none">
                <a:solidFill>
                  <a:srgbClr val="000000"/>
                </a:solidFill>
                <a:uFillTx/>
                <a:latin typeface="Arial"/>
              </a:rPr>
              <a:t>ft</a:t>
            </a:r>
            <a:r>
              <a:rPr b="0" lang="en-US" sz="1800" strike="noStrike" u="none">
                <a:solidFill>
                  <a:srgbClr val="000000"/>
                </a:solidFill>
                <a:uFillTx/>
                <a:latin typeface="Arial"/>
              </a:rPr>
              <a:t>h </a:t>
            </a:r>
            <a:r>
              <a:rPr b="0" lang="en-US" sz="1800" strike="noStrike" u="none">
                <a:solidFill>
                  <a:srgbClr val="000000"/>
                </a:solidFill>
                <a:uFillTx/>
                <a:latin typeface="Arial"/>
              </a:rPr>
              <a:t>O</a:t>
            </a:r>
            <a:r>
              <a:rPr b="0" lang="en-US" sz="1800" strike="noStrike" u="none">
                <a:solidFill>
                  <a:srgbClr val="000000"/>
                </a:solidFill>
                <a:uFillTx/>
                <a:latin typeface="Arial"/>
              </a:rPr>
              <a:t>ut</a:t>
            </a:r>
            <a:r>
              <a:rPr b="0" lang="en-US" sz="1800" strike="noStrike" u="none">
                <a:solidFill>
                  <a:srgbClr val="000000"/>
                </a:solidFill>
                <a:uFillTx/>
                <a:latin typeface="Arial"/>
              </a:rPr>
              <a:t>li</a:t>
            </a:r>
            <a:r>
              <a:rPr b="0" lang="en-US" sz="1800" strike="noStrike" u="none">
                <a:solidFill>
                  <a:srgbClr val="000000"/>
                </a:solidFill>
                <a:uFillTx/>
                <a:latin typeface="Arial"/>
              </a:rPr>
              <a:t>n</a:t>
            </a:r>
            <a:r>
              <a:rPr b="0" lang="en-US" sz="1800" strike="noStrike" u="none">
                <a:solidFill>
                  <a:srgbClr val="000000"/>
                </a:solidFill>
                <a:uFillTx/>
                <a:latin typeface="Arial"/>
              </a:rPr>
              <a:t>e </a:t>
            </a:r>
            <a:r>
              <a:rPr b="0" lang="en-US" sz="1800" strike="noStrike" u="none">
                <a:solidFill>
                  <a:srgbClr val="000000"/>
                </a:solidFill>
                <a:uFillTx/>
                <a:latin typeface="Arial"/>
              </a:rPr>
              <a:t>L</a:t>
            </a:r>
            <a:r>
              <a:rPr b="0" lang="en-US" sz="1800" strike="noStrike" u="none">
                <a:solidFill>
                  <a:srgbClr val="000000"/>
                </a:solidFill>
                <a:uFillTx/>
                <a:latin typeface="Arial"/>
              </a:rPr>
              <a:t>e</a:t>
            </a:r>
            <a:r>
              <a:rPr b="0" lang="en-US" sz="1800" strike="noStrike" u="none">
                <a:solidFill>
                  <a:srgbClr val="000000"/>
                </a:solidFill>
                <a:uFillTx/>
                <a:latin typeface="Arial"/>
              </a:rPr>
              <a:t>v</a:t>
            </a:r>
            <a:r>
              <a:rPr b="0" lang="en-US" sz="1800" strike="noStrike" u="none">
                <a:solidFill>
                  <a:srgbClr val="000000"/>
                </a:solidFill>
                <a:uFillTx/>
                <a:latin typeface="Arial"/>
              </a:rPr>
              <a:t>el</a:t>
            </a:r>
            <a:endParaRPr b="0" lang="en-US"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uFillTx/>
                <a:latin typeface="Arial"/>
              </a:rPr>
              <a:t>S</a:t>
            </a:r>
            <a:r>
              <a:rPr b="0" lang="en-US" sz="1800" strike="noStrike" u="none">
                <a:solidFill>
                  <a:srgbClr val="000000"/>
                </a:solidFill>
                <a:uFillTx/>
                <a:latin typeface="Arial"/>
              </a:rPr>
              <a:t>i</a:t>
            </a:r>
            <a:r>
              <a:rPr b="0" lang="en-US" sz="1800" strike="noStrike" u="none">
                <a:solidFill>
                  <a:srgbClr val="000000"/>
                </a:solidFill>
                <a:uFillTx/>
                <a:latin typeface="Arial"/>
              </a:rPr>
              <a:t>x</a:t>
            </a:r>
            <a:r>
              <a:rPr b="0" lang="en-US" sz="1800" strike="noStrike" u="none">
                <a:solidFill>
                  <a:srgbClr val="000000"/>
                </a:solidFill>
                <a:uFillTx/>
                <a:latin typeface="Arial"/>
              </a:rPr>
              <a:t>t</a:t>
            </a:r>
            <a:r>
              <a:rPr b="0" lang="en-US" sz="1800" strike="noStrike" u="none">
                <a:solidFill>
                  <a:srgbClr val="000000"/>
                </a:solidFill>
                <a:uFillTx/>
                <a:latin typeface="Arial"/>
              </a:rPr>
              <a:t>h</a:t>
            </a:r>
            <a:r>
              <a:rPr b="0" lang="en-US" sz="1800" strike="noStrike" u="none">
                <a:solidFill>
                  <a:srgbClr val="000000"/>
                </a:solidFill>
                <a:uFillTx/>
                <a:latin typeface="Arial"/>
              </a:rPr>
              <a:t> </a:t>
            </a:r>
            <a:r>
              <a:rPr b="0" lang="en-US" sz="1800" strike="noStrike" u="none">
                <a:solidFill>
                  <a:srgbClr val="000000"/>
                </a:solidFill>
                <a:uFillTx/>
                <a:latin typeface="Arial"/>
              </a:rPr>
              <a:t>O</a:t>
            </a:r>
            <a:r>
              <a:rPr b="0" lang="en-US" sz="1800" strike="noStrike" u="none">
                <a:solidFill>
                  <a:srgbClr val="000000"/>
                </a:solidFill>
                <a:uFillTx/>
                <a:latin typeface="Arial"/>
              </a:rPr>
              <a:t>u</a:t>
            </a:r>
            <a:r>
              <a:rPr b="0" lang="en-US" sz="1800" strike="noStrike" u="none">
                <a:solidFill>
                  <a:srgbClr val="000000"/>
                </a:solidFill>
                <a:uFillTx/>
                <a:latin typeface="Arial"/>
              </a:rPr>
              <a:t>t</a:t>
            </a:r>
            <a:r>
              <a:rPr b="0" lang="en-US" sz="1800" strike="noStrike" u="none">
                <a:solidFill>
                  <a:srgbClr val="000000"/>
                </a:solidFill>
                <a:uFillTx/>
                <a:latin typeface="Arial"/>
              </a:rPr>
              <a:t>l</a:t>
            </a:r>
            <a:r>
              <a:rPr b="0" lang="en-US" sz="1800" strike="noStrike" u="none">
                <a:solidFill>
                  <a:srgbClr val="000000"/>
                </a:solidFill>
                <a:uFillTx/>
                <a:latin typeface="Arial"/>
              </a:rPr>
              <a:t>i</a:t>
            </a:r>
            <a:r>
              <a:rPr b="0" lang="en-US" sz="1800" strike="noStrike" u="none">
                <a:solidFill>
                  <a:srgbClr val="000000"/>
                </a:solidFill>
                <a:uFillTx/>
                <a:latin typeface="Arial"/>
              </a:rPr>
              <a:t>n</a:t>
            </a:r>
            <a:r>
              <a:rPr b="0" lang="en-US" sz="1800" strike="noStrike" u="none">
                <a:solidFill>
                  <a:srgbClr val="000000"/>
                </a:solidFill>
                <a:uFillTx/>
                <a:latin typeface="Arial"/>
              </a:rPr>
              <a:t>e</a:t>
            </a:r>
            <a:r>
              <a:rPr b="0" lang="en-US" sz="1800" strike="noStrike" u="none">
                <a:solidFill>
                  <a:srgbClr val="000000"/>
                </a:solidFill>
                <a:uFillTx/>
                <a:latin typeface="Arial"/>
              </a:rPr>
              <a:t> </a:t>
            </a:r>
            <a:r>
              <a:rPr b="0" lang="en-US" sz="1800" strike="noStrike" u="none">
                <a:solidFill>
                  <a:srgbClr val="000000"/>
                </a:solidFill>
                <a:uFillTx/>
                <a:latin typeface="Arial"/>
              </a:rPr>
              <a:t>L</a:t>
            </a:r>
            <a:r>
              <a:rPr b="0" lang="en-US" sz="1800" strike="noStrike" u="none">
                <a:solidFill>
                  <a:srgbClr val="000000"/>
                </a:solidFill>
                <a:uFillTx/>
                <a:latin typeface="Arial"/>
              </a:rPr>
              <a:t>e</a:t>
            </a:r>
            <a:r>
              <a:rPr b="0" lang="en-US" sz="1800" strike="noStrike" u="none">
                <a:solidFill>
                  <a:srgbClr val="000000"/>
                </a:solidFill>
                <a:uFillTx/>
                <a:latin typeface="Arial"/>
              </a:rPr>
              <a:t>v</a:t>
            </a:r>
            <a:r>
              <a:rPr b="0" lang="en-US" sz="1800" strike="noStrike" u="none">
                <a:solidFill>
                  <a:srgbClr val="000000"/>
                </a:solidFill>
                <a:uFillTx/>
                <a:latin typeface="Arial"/>
              </a:rPr>
              <a:t>e</a:t>
            </a:r>
            <a:r>
              <a:rPr b="0" lang="en-US" sz="1800" strike="noStrike" u="none">
                <a:solidFill>
                  <a:srgbClr val="000000"/>
                </a:solidFill>
                <a:uFillTx/>
                <a:latin typeface="Arial"/>
              </a:rPr>
              <a:t>l</a:t>
            </a:r>
            <a:endParaRPr b="0" lang="en-US"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uFillTx/>
                <a:latin typeface="Arial"/>
              </a:rPr>
              <a:t>S</a:t>
            </a:r>
            <a:r>
              <a:rPr b="0" lang="en-US" sz="1800" strike="noStrike" u="none">
                <a:solidFill>
                  <a:srgbClr val="000000"/>
                </a:solidFill>
                <a:uFillTx/>
                <a:latin typeface="Arial"/>
              </a:rPr>
              <a:t>e</a:t>
            </a:r>
            <a:r>
              <a:rPr b="0" lang="en-US" sz="1800" strike="noStrike" u="none">
                <a:solidFill>
                  <a:srgbClr val="000000"/>
                </a:solidFill>
                <a:uFillTx/>
                <a:latin typeface="Arial"/>
              </a:rPr>
              <a:t>v</a:t>
            </a:r>
            <a:r>
              <a:rPr b="0" lang="en-US" sz="1800" strike="noStrike" u="none">
                <a:solidFill>
                  <a:srgbClr val="000000"/>
                </a:solidFill>
                <a:uFillTx/>
                <a:latin typeface="Arial"/>
              </a:rPr>
              <a:t>e</a:t>
            </a:r>
            <a:r>
              <a:rPr b="0" lang="en-US" sz="1800" strike="noStrike" u="none">
                <a:solidFill>
                  <a:srgbClr val="000000"/>
                </a:solidFill>
                <a:uFillTx/>
                <a:latin typeface="Arial"/>
              </a:rPr>
              <a:t>n</a:t>
            </a:r>
            <a:r>
              <a:rPr b="0" lang="en-US" sz="1800" strike="noStrike" u="none">
                <a:solidFill>
                  <a:srgbClr val="000000"/>
                </a:solidFill>
                <a:uFillTx/>
                <a:latin typeface="Arial"/>
              </a:rPr>
              <a:t>t</a:t>
            </a:r>
            <a:r>
              <a:rPr b="0" lang="en-US" sz="1800" strike="noStrike" u="none">
                <a:solidFill>
                  <a:srgbClr val="000000"/>
                </a:solidFill>
                <a:uFillTx/>
                <a:latin typeface="Arial"/>
              </a:rPr>
              <a:t>h</a:t>
            </a:r>
            <a:r>
              <a:rPr b="0" lang="en-US" sz="1800" strike="noStrike" u="none">
                <a:solidFill>
                  <a:srgbClr val="000000"/>
                </a:solidFill>
                <a:uFillTx/>
                <a:latin typeface="Arial"/>
              </a:rPr>
              <a:t> </a:t>
            </a:r>
            <a:r>
              <a:rPr b="0" lang="en-US" sz="1800" strike="noStrike" u="none">
                <a:solidFill>
                  <a:srgbClr val="000000"/>
                </a:solidFill>
                <a:uFillTx/>
                <a:latin typeface="Arial"/>
              </a:rPr>
              <a:t>O</a:t>
            </a:r>
            <a:r>
              <a:rPr b="0" lang="en-US" sz="1800" strike="noStrike" u="none">
                <a:solidFill>
                  <a:srgbClr val="000000"/>
                </a:solidFill>
                <a:uFillTx/>
                <a:latin typeface="Arial"/>
              </a:rPr>
              <a:t>u</a:t>
            </a:r>
            <a:r>
              <a:rPr b="0" lang="en-US" sz="1800" strike="noStrike" u="none">
                <a:solidFill>
                  <a:srgbClr val="000000"/>
                </a:solidFill>
                <a:uFillTx/>
                <a:latin typeface="Arial"/>
              </a:rPr>
              <a:t>t</a:t>
            </a:r>
            <a:r>
              <a:rPr b="0" lang="en-US" sz="1800" strike="noStrike" u="none">
                <a:solidFill>
                  <a:srgbClr val="000000"/>
                </a:solidFill>
                <a:uFillTx/>
                <a:latin typeface="Arial"/>
              </a:rPr>
              <a:t>l</a:t>
            </a:r>
            <a:r>
              <a:rPr b="0" lang="en-US" sz="1800" strike="noStrike" u="none">
                <a:solidFill>
                  <a:srgbClr val="000000"/>
                </a:solidFill>
                <a:uFillTx/>
                <a:latin typeface="Arial"/>
              </a:rPr>
              <a:t>i</a:t>
            </a:r>
            <a:r>
              <a:rPr b="0" lang="en-US" sz="1800" strike="noStrike" u="none">
                <a:solidFill>
                  <a:srgbClr val="000000"/>
                </a:solidFill>
                <a:uFillTx/>
                <a:latin typeface="Arial"/>
              </a:rPr>
              <a:t>n</a:t>
            </a:r>
            <a:r>
              <a:rPr b="0" lang="en-US" sz="1800" strike="noStrike" u="none">
                <a:solidFill>
                  <a:srgbClr val="000000"/>
                </a:solidFill>
                <a:uFillTx/>
                <a:latin typeface="Arial"/>
              </a:rPr>
              <a:t>e</a:t>
            </a:r>
            <a:r>
              <a:rPr b="0" lang="en-US" sz="1800" strike="noStrike" u="none">
                <a:solidFill>
                  <a:srgbClr val="000000"/>
                </a:solidFill>
                <a:uFillTx/>
                <a:latin typeface="Arial"/>
              </a:rPr>
              <a:t> </a:t>
            </a:r>
            <a:r>
              <a:rPr b="0" lang="en-US" sz="1800" strike="noStrike" u="none">
                <a:solidFill>
                  <a:srgbClr val="000000"/>
                </a:solidFill>
                <a:uFillTx/>
                <a:latin typeface="Arial"/>
              </a:rPr>
              <a:t>L</a:t>
            </a:r>
            <a:r>
              <a:rPr b="0" lang="en-US" sz="1800" strike="noStrike" u="none">
                <a:solidFill>
                  <a:srgbClr val="000000"/>
                </a:solidFill>
                <a:uFillTx/>
                <a:latin typeface="Arial"/>
              </a:rPr>
              <a:t>e</a:t>
            </a:r>
            <a:r>
              <a:rPr b="0" lang="en-US" sz="1800" strike="noStrike" u="none">
                <a:solidFill>
                  <a:srgbClr val="000000"/>
                </a:solidFill>
                <a:uFillTx/>
                <a:latin typeface="Arial"/>
              </a:rPr>
              <a:t>v</a:t>
            </a:r>
            <a:r>
              <a:rPr b="0" lang="en-US" sz="1800" strike="noStrike" u="none">
                <a:solidFill>
                  <a:srgbClr val="000000"/>
                </a:solidFill>
                <a:uFillTx/>
                <a:latin typeface="Arial"/>
              </a:rPr>
              <a:t>e</a:t>
            </a:r>
            <a:r>
              <a:rPr b="0" lang="en-US" sz="1800" strike="noStrike" u="none">
                <a:solidFill>
                  <a:srgbClr val="000000"/>
                </a:solidFill>
                <a:uFillTx/>
                <a:latin typeface="Arial"/>
              </a:rPr>
              <a:t>l</a:t>
            </a:r>
            <a:endParaRPr b="0" lang="en-US" sz="1800" strike="noStrike" u="none">
              <a:solidFill>
                <a:srgbClr val="000000"/>
              </a:solidFill>
              <a:uFillTx/>
              <a:latin typeface="Arial"/>
            </a:endParaRPr>
          </a:p>
        </p:txBody>
      </p:sp>
      <p:sp>
        <p:nvSpPr>
          <p:cNvPr id="59" name="PlaceHolder 3"/>
          <p:cNvSpPr>
            <a:spLocks noGrp="1"/>
          </p:cNvSpPr>
          <p:nvPr>
            <p:ph type="ftr" idx="31"/>
          </p:nvPr>
        </p:nvSpPr>
        <p:spPr>
          <a:xfrm>
            <a:off x="2669760" y="6356520"/>
            <a:ext cx="248184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&lt;footer&gt;</a:t>
            </a:r>
            <a:endParaRPr b="0" lang="en-US" sz="900" strike="noStrike" u="none">
              <a:solidFill>
                <a:srgbClr val="000000"/>
              </a:solidFill>
              <a:uFillTx/>
              <a:latin typeface="Times New Roman"/>
            </a:endParaRPr>
          </a:p>
        </p:txBody>
      </p:sp>
      <p:sp>
        <p:nvSpPr>
          <p:cNvPr id="60" name="PlaceHolder 4"/>
          <p:cNvSpPr>
            <a:spLocks noGrp="1"/>
          </p:cNvSpPr>
          <p:nvPr>
            <p:ph type="sldNum" idx="32"/>
          </p:nvPr>
        </p:nvSpPr>
        <p:spPr>
          <a:xfrm>
            <a:off x="5536440" y="6356520"/>
            <a:ext cx="9864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12F3473-D26A-4CC5-8631-D212173A4229}"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61" name="PlaceHolder 5"/>
          <p:cNvSpPr>
            <a:spLocks noGrp="1"/>
          </p:cNvSpPr>
          <p:nvPr>
            <p:ph type="dt" idx="33"/>
          </p:nvPr>
        </p:nvSpPr>
        <p:spPr>
          <a:xfrm>
            <a:off x="1333440" y="6356520"/>
            <a:ext cx="9842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Graphic 10">
            <a:extLst>
              <a:ext uri="{C183D7F6-B498-43B3-948B-1728B52AA6E4}">
                <adec:decorative xmlns:adec="http://schemas.microsoft.com/office/drawing/2017/decorative" val="1"/>
              </a:ext>
            </a:extLst>
          </p:cNvPr>
          <p:cNvSpPr/>
          <p:nvPr/>
        </p:nvSpPr>
        <p:spPr>
          <a:xfrm>
            <a:off x="2113920" y="0"/>
            <a:ext cx="10077120" cy="6856920"/>
          </a:xfrm>
          <a:custGeom>
            <a:avLst/>
            <a:gdLst>
              <a:gd name="textAreaLeft" fmla="*/ 0 w 10077120"/>
              <a:gd name="textAreaRight" fmla="*/ 10078200 w 10077120"/>
              <a:gd name="textAreaTop" fmla="*/ 0 h 6856920"/>
              <a:gd name="textAreaBottom" fmla="*/ 6858000 h 6856920"/>
            </a:gdLst>
            <a:ahLst/>
            <a:rect l="textAreaLeft" t="textAreaTop" r="textAreaRight" b="textAreaBottom"/>
            <a:pathLst>
              <a:path w="10078116" h="6858000">
                <a:moveTo>
                  <a:pt x="3793236" y="6858000"/>
                </a:moveTo>
                <a:lnTo>
                  <a:pt x="0" y="0"/>
                </a:lnTo>
                <a:lnTo>
                  <a:pt x="10078116" y="0"/>
                </a:lnTo>
                <a:lnTo>
                  <a:pt x="10078116" y="6858000"/>
                </a:lnTo>
                <a:close/>
              </a:path>
            </a:pathLst>
          </a:custGeom>
          <a:solidFill>
            <a:schemeClr val="accent1"/>
          </a:solidFill>
          <a:ln w="9525">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uFillTx/>
              <a:latin typeface="Tenorite"/>
            </a:endParaRPr>
          </a:p>
        </p:txBody>
      </p:sp>
      <p:cxnSp>
        <p:nvCxnSpPr>
          <p:cNvPr id="65" name="Straight Connector 2">
            <a:extLst>
              <a:ext uri="{C183D7F6-B498-43B3-948B-1728B52AA6E4}">
                <adec:decorative xmlns:adec="http://schemas.microsoft.com/office/drawing/2017/decorative" val="1"/>
              </a:ext>
            </a:extLst>
          </p:cNvPr>
          <p:cNvCxnSpPr/>
          <p:nvPr/>
        </p:nvCxnSpPr>
        <p:spPr>
          <a:xfrm>
            <a:off x="4353480" y="5023800"/>
            <a:ext cx="1514160" cy="1080"/>
          </a:xfrm>
          <a:prstGeom prst="straightConnector1">
            <a:avLst/>
          </a:prstGeom>
          <a:ln w="0">
            <a:solidFill>
              <a:srgbClr val="e2b18d"/>
            </a:solidFill>
          </a:ln>
        </p:spPr>
      </p:cxnSp>
      <p:cxnSp>
        <p:nvCxnSpPr>
          <p:cNvPr id="66" name="Straight Connector 3">
            <a:extLst>
              <a:ext uri="{C183D7F6-B498-43B3-948B-1728B52AA6E4}">
                <adec:decorative xmlns:adec="http://schemas.microsoft.com/office/drawing/2017/decorative" val="1"/>
              </a:ext>
            </a:extLst>
          </p:cNvPr>
          <p:cNvCxnSpPr/>
          <p:nvPr/>
        </p:nvCxnSpPr>
        <p:spPr>
          <a:xfrm>
            <a:off x="3759840" y="3948120"/>
            <a:ext cx="1514160" cy="1080"/>
          </a:xfrm>
          <a:prstGeom prst="straightConnector1">
            <a:avLst/>
          </a:prstGeom>
          <a:ln w="0">
            <a:solidFill>
              <a:srgbClr val="e2b18d"/>
            </a:solidFill>
          </a:ln>
        </p:spPr>
      </p:cxnSp>
      <p:cxnSp>
        <p:nvCxnSpPr>
          <p:cNvPr id="67" name="Straight Connector 7">
            <a:extLst>
              <a:ext uri="{C183D7F6-B498-43B3-948B-1728B52AA6E4}">
                <adec:decorative xmlns:adec="http://schemas.microsoft.com/office/drawing/2017/decorative" val="1"/>
              </a:ext>
            </a:extLst>
          </p:cNvPr>
          <p:cNvCxnSpPr/>
          <p:nvPr/>
        </p:nvCxnSpPr>
        <p:spPr>
          <a:xfrm>
            <a:off x="3173400" y="2872440"/>
            <a:ext cx="1514160" cy="1080"/>
          </a:xfrm>
          <a:prstGeom prst="straightConnector1">
            <a:avLst/>
          </a:prstGeom>
          <a:ln w="0">
            <a:solidFill>
              <a:srgbClr val="e2b18d"/>
            </a:solidFill>
          </a:ln>
        </p:spPr>
      </p:cxnSp>
      <p:cxnSp>
        <p:nvCxnSpPr>
          <p:cNvPr id="68" name="Straight Connector 8">
            <a:extLst>
              <a:ext uri="{C183D7F6-B498-43B3-948B-1728B52AA6E4}">
                <adec:decorative xmlns:adec="http://schemas.microsoft.com/office/drawing/2017/decorative" val="1"/>
              </a:ext>
            </a:extLst>
          </p:cNvPr>
          <p:cNvCxnSpPr/>
          <p:nvPr/>
        </p:nvCxnSpPr>
        <p:spPr>
          <a:xfrm>
            <a:off x="2586240" y="1796040"/>
            <a:ext cx="1514160" cy="1080"/>
          </a:xfrm>
          <a:prstGeom prst="straightConnector1">
            <a:avLst/>
          </a:prstGeom>
          <a:ln w="0">
            <a:solidFill>
              <a:srgbClr val="e2b18d"/>
            </a:solidFill>
          </a:ln>
        </p:spPr>
      </p:cxnSp>
      <p:sp>
        <p:nvSpPr>
          <p:cNvPr id="69" name="PlaceHolder 1"/>
          <p:cNvSpPr>
            <a:spLocks noGrp="1"/>
          </p:cNvSpPr>
          <p:nvPr>
            <p:ph type="ftr" idx="34"/>
          </p:nvPr>
        </p:nvSpPr>
        <p:spPr>
          <a:xfrm>
            <a:off x="6156000" y="6356520"/>
            <a:ext cx="180756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900" strike="noStrike" u="none">
                <a:solidFill>
                  <a:schemeClr val="dk1">
                    <a:tint val="75000"/>
                  </a:schemeClr>
                </a:solidFill>
                <a:uFillTx/>
                <a:latin typeface="Tenorite"/>
              </a:defRPr>
            </a:lvl1pPr>
          </a:lstStyle>
          <a:p>
            <a:pPr indent="0"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70" name="PlaceHolder 2"/>
          <p:cNvSpPr>
            <a:spLocks noGrp="1"/>
          </p:cNvSpPr>
          <p:nvPr>
            <p:ph type="sldNum" idx="35"/>
          </p:nvPr>
        </p:nvSpPr>
        <p:spPr>
          <a:xfrm>
            <a:off x="10810800" y="6356520"/>
            <a:ext cx="54180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BD1466FC-973F-4741-98DA-6DD9742371D8}"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71" name="PlaceHolder 3"/>
          <p:cNvSpPr>
            <a:spLocks noGrp="1"/>
          </p:cNvSpPr>
          <p:nvPr>
            <p:ph type="dt" idx="3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7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7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cxnSp>
        <p:nvCxnSpPr>
          <p:cNvPr id="74" name="Straight Connector 1">
            <a:extLst>
              <a:ext uri="{C183D7F6-B498-43B3-948B-1728B52AA6E4}">
                <adec:decorative xmlns:adec="http://schemas.microsoft.com/office/drawing/2017/decorative" val="1"/>
              </a:ext>
            </a:extLst>
          </p:cNvPr>
          <p:cNvCxnSpPr/>
          <p:nvPr/>
        </p:nvCxnSpPr>
        <p:spPr>
          <a:xfrm>
            <a:off x="8688240" y="0"/>
            <a:ext cx="3504600" cy="2353680"/>
          </a:xfrm>
          <a:prstGeom prst="straightConnector1">
            <a:avLst/>
          </a:prstGeom>
          <a:ln w="0">
            <a:solidFill>
              <a:srgbClr val="fbf4ef"/>
            </a:solidFill>
          </a:ln>
        </p:spPr>
      </p:cxnSp>
      <p:cxnSp>
        <p:nvCxnSpPr>
          <p:cNvPr id="75" name="Straight Connector 5">
            <a:extLst>
              <a:ext uri="{C183D7F6-B498-43B3-948B-1728B52AA6E4}">
                <adec:decorative xmlns:adec="http://schemas.microsoft.com/office/drawing/2017/decorative" val="1"/>
              </a:ext>
            </a:extLst>
          </p:cNvPr>
          <p:cNvCxnSpPr/>
          <p:nvPr/>
        </p:nvCxnSpPr>
        <p:spPr>
          <a:xfrm>
            <a:off x="9720720" y="0"/>
            <a:ext cx="2472120" cy="2700000"/>
          </a:xfrm>
          <a:prstGeom prst="straightConnector1">
            <a:avLst/>
          </a:prstGeom>
          <a:ln w="0">
            <a:solidFill>
              <a:srgbClr val="fbf4ef"/>
            </a:solidFill>
          </a:ln>
        </p:spPr>
      </p:cxnSp>
      <p:pic>
        <p:nvPicPr>
          <p:cNvPr id="76" name="Graphic 6"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4120"/>
            <a:ext cx="2056320" cy="1646640"/>
          </a:xfrm>
          <a:prstGeom prst="rect">
            <a:avLst/>
          </a:prstGeom>
          <a:noFill/>
          <a:ln w="0">
            <a:noFill/>
          </a:ln>
        </p:spPr>
      </p:pic>
      <p:pic>
        <p:nvPicPr>
          <p:cNvPr id="77" name="Graphic 7" descr="">
            <a:extLst>
              <a:ext uri="{C183D7F6-B498-43B3-948B-1728B52AA6E4}">
                <adec:decorative xmlns:adec="http://schemas.microsoft.com/office/drawing/2017/decorative" val="1"/>
              </a:ext>
            </a:extLst>
          </p:cNvPr>
          <p:cNvPicPr/>
          <p:nvPr/>
        </p:nvPicPr>
        <p:blipFill>
          <a:blip r:embed="rId4">
            <a:extLst>
              <a:ext uri="{96DAC541-7B7A-43D3-8B79-37D633B846F1}">
                <asvg:svgBlip xmlns:asvg="http://schemas.microsoft.com/office/drawing/2016/SVG/main" r:embed="rId5"/>
              </a:ext>
            </a:extLst>
          </a:blip>
          <a:stretch/>
        </p:blipFill>
        <p:spPr>
          <a:xfrm>
            <a:off x="11049120" y="5180760"/>
            <a:ext cx="1141920" cy="913320"/>
          </a:xfrm>
          <a:prstGeom prst="rect">
            <a:avLst/>
          </a:prstGeom>
          <a:noFill/>
          <a:ln w="0">
            <a:noFill/>
          </a:ln>
        </p:spPr>
      </p:pic>
      <p:sp>
        <p:nvSpPr>
          <p:cNvPr id="78" name="PlaceHolder 1"/>
          <p:cNvSpPr>
            <a:spLocks noGrp="1"/>
          </p:cNvSpPr>
          <p:nvPr>
            <p:ph type="ftr" idx="37"/>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79" name="PlaceHolder 2"/>
          <p:cNvSpPr>
            <a:spLocks noGrp="1"/>
          </p:cNvSpPr>
          <p:nvPr>
            <p:ph type="sldNum" idx="3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D1FC13B9-057C-4290-A003-18BB2B728653}"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80" name="PlaceHolder 3"/>
          <p:cNvSpPr>
            <a:spLocks noGrp="1"/>
          </p:cNvSpPr>
          <p:nvPr>
            <p:ph type="dt" idx="3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6"/>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1" name="Graphic 1"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680" y="0"/>
            <a:ext cx="4895640" cy="4384800"/>
          </a:xfrm>
          <a:prstGeom prst="rect">
            <a:avLst/>
          </a:prstGeom>
          <a:noFill/>
          <a:ln w="0">
            <a:noFill/>
          </a:ln>
        </p:spPr>
      </p:pic>
      <p:sp>
        <p:nvSpPr>
          <p:cNvPr id="8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8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uFillTx/>
                <a:latin typeface="Arial"/>
              </a:rPr>
              <a:t>Click to edit the outline text format</a:t>
            </a:r>
            <a:endParaRPr b="0" lang="en-US"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uFillTx/>
                <a:latin typeface="Arial"/>
              </a:rPr>
              <a:t>Second Outline Level</a:t>
            </a:r>
            <a:endParaRPr b="0" lang="en-US"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uFillTx/>
                <a:latin typeface="Arial"/>
              </a:rPr>
              <a:t>Third Outline Level</a:t>
            </a:r>
            <a:endParaRPr b="0" lang="en-US"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uFillTx/>
                <a:latin typeface="Arial"/>
              </a:rPr>
              <a:t>Fourth Outline Level</a:t>
            </a:r>
            <a:endParaRPr b="0" lang="en-US"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uFillTx/>
                <a:latin typeface="Arial"/>
              </a:rPr>
              <a:t>Fifth Outline Level</a:t>
            </a:r>
            <a:endParaRPr b="0" lang="en-US"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uFillTx/>
                <a:latin typeface="Arial"/>
              </a:rPr>
              <a:t>Sixth Outline Level</a:t>
            </a:r>
            <a:endParaRPr b="0" lang="en-US"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uFillTx/>
                <a:latin typeface="Arial"/>
              </a:rPr>
              <a:t>Seventh Outline Level</a:t>
            </a:r>
            <a:endParaRPr b="0" lang="en-US" sz="1800" strike="noStrike" u="none">
              <a:solidFill>
                <a:srgbClr val="000000"/>
              </a:solidFill>
              <a:uFillTx/>
              <a:latin typeface="Arial"/>
            </a:endParaRPr>
          </a:p>
        </p:txBody>
      </p:sp>
      <p:sp>
        <p:nvSpPr>
          <p:cNvPr id="84" name="PlaceHolder 3"/>
          <p:cNvSpPr>
            <a:spLocks noGrp="1"/>
          </p:cNvSpPr>
          <p:nvPr>
            <p:ph type="ftr" idx="40"/>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&lt;footer&gt;</a:t>
            </a:r>
            <a:endParaRPr b="0" lang="en-US" sz="900" strike="noStrike" u="none">
              <a:solidFill>
                <a:srgbClr val="000000"/>
              </a:solidFill>
              <a:uFillTx/>
              <a:latin typeface="Times New Roman"/>
            </a:endParaRPr>
          </a:p>
        </p:txBody>
      </p:sp>
      <p:sp>
        <p:nvSpPr>
          <p:cNvPr id="85" name="PlaceHolder 4"/>
          <p:cNvSpPr>
            <a:spLocks noGrp="1"/>
          </p:cNvSpPr>
          <p:nvPr>
            <p:ph type="sldNum" idx="41"/>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51F9EC7-9CB4-40DE-8B51-14A97B95514F}"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86" name="PlaceHolder 5"/>
          <p:cNvSpPr>
            <a:spLocks noGrp="1"/>
          </p:cNvSpPr>
          <p:nvPr>
            <p:ph type="dt" idx="42"/>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9" name="Graphic 1"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680" y="0"/>
            <a:ext cx="4895640" cy="4384800"/>
          </a:xfrm>
          <a:prstGeom prst="rect">
            <a:avLst/>
          </a:prstGeom>
          <a:noFill/>
          <a:ln w="0">
            <a:noFill/>
          </a:ln>
        </p:spPr>
      </p:pic>
      <p:sp>
        <p:nvSpPr>
          <p:cNvPr id="9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91" name="PlaceHolder 2"/>
          <p:cNvSpPr>
            <a:spLocks noGrp="1"/>
          </p:cNvSpPr>
          <p:nvPr>
            <p:ph type="ftr" idx="43"/>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92" name="PlaceHolder 3"/>
          <p:cNvSpPr>
            <a:spLocks noGrp="1"/>
          </p:cNvSpPr>
          <p:nvPr>
            <p:ph type="sldNum" idx="44"/>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6EC34DE-4703-4378-B883-8CF809F73940}"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93" name="PlaceHolder 4"/>
          <p:cNvSpPr>
            <a:spLocks noGrp="1"/>
          </p:cNvSpPr>
          <p:nvPr>
            <p:ph type="dt" idx="45"/>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6" name="Graphic 1"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680" y="0"/>
            <a:ext cx="4895640" cy="4384800"/>
          </a:xfrm>
          <a:prstGeom prst="rect">
            <a:avLst/>
          </a:prstGeom>
          <a:noFill/>
          <a:ln w="0">
            <a:noFill/>
          </a:ln>
        </p:spPr>
      </p:pic>
      <p:sp>
        <p:nvSpPr>
          <p:cNvPr id="9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9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uFillTx/>
                <a:latin typeface="Arial"/>
              </a:rPr>
              <a:t>Click to edit the outline text format</a:t>
            </a:r>
            <a:endParaRPr b="0" lang="en-US" sz="18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uFillTx/>
                <a:latin typeface="Arial"/>
              </a:rPr>
              <a:t>Second Outline Level</a:t>
            </a:r>
            <a:endParaRPr b="0" lang="en-US" sz="1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uFillTx/>
                <a:latin typeface="Arial"/>
              </a:rPr>
              <a:t>Third Outline Level</a:t>
            </a:r>
            <a:endParaRPr b="0" lang="en-US" sz="18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uFillTx/>
                <a:latin typeface="Arial"/>
              </a:rPr>
              <a:t>Fourth Outline Level</a:t>
            </a:r>
            <a:endParaRPr b="0" lang="en-US" sz="18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uFillTx/>
                <a:latin typeface="Arial"/>
              </a:rPr>
              <a:t>Fifth Outline Level</a:t>
            </a:r>
            <a:endParaRPr b="0" lang="en-US" sz="18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uFillTx/>
                <a:latin typeface="Arial"/>
              </a:rPr>
              <a:t>Sixth Outline Level</a:t>
            </a:r>
            <a:endParaRPr b="0" lang="en-US" sz="18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uFillTx/>
                <a:latin typeface="Arial"/>
              </a:rPr>
              <a:t>Seventh Outline Level</a:t>
            </a:r>
            <a:endParaRPr b="0" lang="en-US" sz="1800" strike="noStrike" u="none">
              <a:solidFill>
                <a:srgbClr val="000000"/>
              </a:solidFill>
              <a:uFillTx/>
              <a:latin typeface="Arial"/>
            </a:endParaRPr>
          </a:p>
        </p:txBody>
      </p:sp>
      <p:sp>
        <p:nvSpPr>
          <p:cNvPr id="99" name="PlaceHolder 3"/>
          <p:cNvSpPr>
            <a:spLocks noGrp="1"/>
          </p:cNvSpPr>
          <p:nvPr>
            <p:ph type="ftr" idx="46"/>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&lt;footer&gt;</a:t>
            </a:r>
            <a:endParaRPr b="0" lang="en-US" sz="900" strike="noStrike" u="none">
              <a:solidFill>
                <a:srgbClr val="000000"/>
              </a:solidFill>
              <a:uFillTx/>
              <a:latin typeface="Times New Roman"/>
            </a:endParaRPr>
          </a:p>
        </p:txBody>
      </p:sp>
      <p:sp>
        <p:nvSpPr>
          <p:cNvPr id="100" name="PlaceHolder 4"/>
          <p:cNvSpPr>
            <a:spLocks noGrp="1"/>
          </p:cNvSpPr>
          <p:nvPr>
            <p:ph type="sldNum" idx="47"/>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6E6046F7-F6FD-4BD0-ADD8-671BEF61227F}"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101" name="PlaceHolder 5"/>
          <p:cNvSpPr>
            <a:spLocks noGrp="1"/>
          </p:cNvSpPr>
          <p:nvPr>
            <p:ph type="dt" idx="48"/>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&lt;date/time&gt;</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4" name="Graphic 1"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680" y="0"/>
            <a:ext cx="4895640" cy="4384800"/>
          </a:xfrm>
          <a:prstGeom prst="rect">
            <a:avLst/>
          </a:prstGeom>
          <a:noFill/>
          <a:ln w="0">
            <a:noFill/>
          </a:ln>
        </p:spPr>
      </p:pic>
      <p:sp>
        <p:nvSpPr>
          <p:cNvPr id="10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106" name="PlaceHolder 2"/>
          <p:cNvSpPr>
            <a:spLocks noGrp="1"/>
          </p:cNvSpPr>
          <p:nvPr>
            <p:ph type="ftr" idx="49"/>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07" name="PlaceHolder 3"/>
          <p:cNvSpPr>
            <a:spLocks noGrp="1"/>
          </p:cNvSpPr>
          <p:nvPr>
            <p:ph type="sldNum" idx="50"/>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8D365EBC-D4DB-464A-AA97-07EDBA15ED16}"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08" name="PlaceHolder 4"/>
          <p:cNvSpPr>
            <a:spLocks noGrp="1"/>
          </p:cNvSpPr>
          <p:nvPr>
            <p:ph type="dt" idx="51"/>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 name="Graphic 1"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680" y="0"/>
            <a:ext cx="4895640" cy="4384800"/>
          </a:xfrm>
          <a:prstGeom prst="rect">
            <a:avLst/>
          </a:prstGeom>
          <a:noFill/>
          <a:ln w="0">
            <a:noFill/>
          </a:ln>
        </p:spPr>
      </p:pic>
      <p:sp>
        <p:nvSpPr>
          <p:cNvPr id="112" name="PlaceHolder 1"/>
          <p:cNvSpPr>
            <a:spLocks noGrp="1"/>
          </p:cNvSpPr>
          <p:nvPr>
            <p:ph type="ftr" idx="52"/>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13" name="PlaceHolder 2"/>
          <p:cNvSpPr>
            <a:spLocks noGrp="1"/>
          </p:cNvSpPr>
          <p:nvPr>
            <p:ph type="sldNum" idx="53"/>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EBDDD211-5C47-4E0D-9370-5D4ED7D0E544}"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14" name="PlaceHolder 3"/>
          <p:cNvSpPr>
            <a:spLocks noGrp="1"/>
          </p:cNvSpPr>
          <p:nvPr>
            <p:ph type="dt" idx="54"/>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1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11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85" r:id="rId4"/>
    <p:sldLayoutId id="2147483686" r:id="rId5"/>
    <p:sldLayoutId id="2147483687" r:id="rId6"/>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cxnSp>
        <p:nvCxnSpPr>
          <p:cNvPr id="121" name="Straight Connector 13"/>
          <p:cNvCxnSpPr/>
          <p:nvPr/>
        </p:nvCxnSpPr>
        <p:spPr>
          <a:xfrm>
            <a:off x="9096120" y="1496880"/>
            <a:ext cx="3096720" cy="1080"/>
          </a:xfrm>
          <a:prstGeom prst="straightConnector1">
            <a:avLst/>
          </a:prstGeom>
          <a:ln w="0">
            <a:solidFill>
              <a:srgbClr val="e2b18d"/>
            </a:solidFill>
          </a:ln>
        </p:spPr>
      </p:cxnSp>
      <p:cxnSp>
        <p:nvCxnSpPr>
          <p:cNvPr id="122" name="Straight Connector 22"/>
          <p:cNvCxnSpPr/>
          <p:nvPr/>
        </p:nvCxnSpPr>
        <p:spPr>
          <a:xfrm flipH="1">
            <a:off x="6953040" y="-25200"/>
            <a:ext cx="3792240" cy="6903000"/>
          </a:xfrm>
          <a:prstGeom prst="straightConnector1">
            <a:avLst/>
          </a:prstGeom>
          <a:ln w="0">
            <a:solidFill>
              <a:srgbClr val="e2b18d"/>
            </a:solidFill>
          </a:ln>
        </p:spPr>
      </p:cxnSp>
      <p:sp>
        <p:nvSpPr>
          <p:cNvPr id="123" name="PlaceHolder 1"/>
          <p:cNvSpPr>
            <a:spLocks noGrp="1"/>
          </p:cNvSpPr>
          <p:nvPr>
            <p:ph type="ftr" idx="55"/>
          </p:nvPr>
        </p:nvSpPr>
        <p:spPr>
          <a:xfrm>
            <a:off x="5224320" y="6356520"/>
            <a:ext cx="174204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24" name="PlaceHolder 2"/>
          <p:cNvSpPr>
            <a:spLocks noGrp="1"/>
          </p:cNvSpPr>
          <p:nvPr>
            <p:ph type="sldNum" idx="5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B418A4D-9EFF-4C84-ACCD-D349C354CCB6}"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25" name="PlaceHolder 3"/>
          <p:cNvSpPr>
            <a:spLocks noGrp="1"/>
          </p:cNvSpPr>
          <p:nvPr>
            <p:ph type="dt" idx="57"/>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89"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126" name="Graphic 4" descr=""/>
          <p:cNvPicPr/>
          <p:nvPr/>
        </p:nvPicPr>
        <p:blipFill>
          <a:blip r:embed="rId2">
            <a:extLst>
              <a:ext uri="{96DAC541-7B7A-43D3-8B79-37D633B846F1}">
                <asvg:svgBlip xmlns:asvg="http://schemas.microsoft.com/office/drawing/2016/SVG/main" r:embed="rId3"/>
              </a:ext>
            </a:extLst>
          </a:blip>
          <a:stretch/>
        </p:blipFill>
        <p:spPr>
          <a:xfrm>
            <a:off x="0" y="828720"/>
            <a:ext cx="5875920" cy="519948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91"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7" name="Graphic 6" descr=""/>
          <p:cNvPicPr/>
          <p:nvPr/>
        </p:nvPicPr>
        <p:blipFill>
          <a:blip r:embed="rId2">
            <a:extLst>
              <a:ext uri="{96DAC541-7B7A-43D3-8B79-37D633B846F1}">
                <asvg:svgBlip xmlns:asvg="http://schemas.microsoft.com/office/drawing/2016/SVG/main" r:embed="rId3"/>
              </a:ext>
            </a:extLst>
          </a:blip>
          <a:stretch/>
        </p:blipFill>
        <p:spPr>
          <a:xfrm>
            <a:off x="0" y="0"/>
            <a:ext cx="5580720" cy="6856920"/>
          </a:xfrm>
          <a:prstGeom prst="rect">
            <a:avLst/>
          </a:prstGeom>
          <a:noFill/>
          <a:ln w="0">
            <a:noFill/>
          </a:ln>
        </p:spPr>
      </p:pic>
      <p:cxnSp>
        <p:nvCxnSpPr>
          <p:cNvPr id="128" name="Straight Connector 8"/>
          <p:cNvCxnSpPr/>
          <p:nvPr/>
        </p:nvCxnSpPr>
        <p:spPr>
          <a:xfrm flipV="1">
            <a:off x="2209680" y="0"/>
            <a:ext cx="2439360" cy="6859080"/>
          </a:xfrm>
          <a:prstGeom prst="straightConnector1">
            <a:avLst/>
          </a:prstGeom>
          <a:ln w="0">
            <a:solidFill>
              <a:srgbClr val="e2b18d"/>
            </a:solidFill>
          </a:ln>
        </p:spPr>
      </p:cxnSp>
      <p:sp>
        <p:nvSpPr>
          <p:cNvPr id="129" name="PlaceHolder 1"/>
          <p:cNvSpPr>
            <a:spLocks noGrp="1"/>
          </p:cNvSpPr>
          <p:nvPr>
            <p:ph type="ftr" idx="58"/>
          </p:nvPr>
        </p:nvSpPr>
        <p:spPr>
          <a:xfrm>
            <a:off x="7161840" y="6356520"/>
            <a:ext cx="324288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30" name="PlaceHolder 2"/>
          <p:cNvSpPr>
            <a:spLocks noGrp="1"/>
          </p:cNvSpPr>
          <p:nvPr>
            <p:ph type="sldNum" idx="59"/>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9618B259-63BF-40A3-A24D-E7E11CF483AD}"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31" name="PlaceHolder 3"/>
          <p:cNvSpPr>
            <a:spLocks noGrp="1"/>
          </p:cNvSpPr>
          <p:nvPr>
            <p:ph type="dt" idx="60"/>
          </p:nvPr>
        </p:nvSpPr>
        <p:spPr>
          <a:xfrm>
            <a:off x="5919840" y="6356520"/>
            <a:ext cx="94644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3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13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93"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34" name="Straight Connector 15">
            <a:extLst>
              <a:ext uri="{C183D7F6-B498-43B3-948B-1728B52AA6E4}">
                <adec:decorative xmlns:adec="http://schemas.microsoft.com/office/drawing/2017/decorative" val="1"/>
              </a:ext>
            </a:extLst>
          </p:cNvPr>
          <p:cNvCxnSpPr/>
          <p:nvPr/>
        </p:nvCxnSpPr>
        <p:spPr>
          <a:xfrm flipH="1">
            <a:off x="0" y="0"/>
            <a:ext cx="1239120" cy="3106080"/>
          </a:xfrm>
          <a:prstGeom prst="straightConnector1">
            <a:avLst/>
          </a:prstGeom>
          <a:ln w="3175">
            <a:solidFill>
              <a:srgbClr val="e2b18d"/>
            </a:solidFill>
            <a:round/>
          </a:ln>
        </p:spPr>
      </p:cxnSp>
      <p:cxnSp>
        <p:nvCxnSpPr>
          <p:cNvPr id="135" name="Straight Connector 19">
            <a:extLst>
              <a:ext uri="{C183D7F6-B498-43B3-948B-1728B52AA6E4}">
                <adec:decorative xmlns:adec="http://schemas.microsoft.com/office/drawing/2017/decorative" val="1"/>
              </a:ext>
            </a:extLst>
          </p:cNvPr>
          <p:cNvCxnSpPr/>
          <p:nvPr/>
        </p:nvCxnSpPr>
        <p:spPr>
          <a:xfrm flipH="1">
            <a:off x="0" y="0"/>
            <a:ext cx="2239200" cy="2477520"/>
          </a:xfrm>
          <a:prstGeom prst="straightConnector1">
            <a:avLst/>
          </a:prstGeom>
          <a:ln w="0">
            <a:solidFill>
              <a:srgbClr val="e2b18d"/>
            </a:solidFill>
          </a:ln>
        </p:spPr>
      </p:cxnSp>
      <p:sp>
        <p:nvSpPr>
          <p:cNvPr id="136" name="PlaceHolder 1"/>
          <p:cNvSpPr>
            <a:spLocks noGrp="1"/>
          </p:cNvSpPr>
          <p:nvPr>
            <p:ph type="ftr" idx="61"/>
          </p:nvPr>
        </p:nvSpPr>
        <p:spPr>
          <a:xfrm>
            <a:off x="4038480" y="6356520"/>
            <a:ext cx="4113720" cy="3639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ctr" defTabSz="914400">
              <a:lnSpc>
                <a:spcPct val="100000"/>
              </a:lnSpc>
              <a:buNone/>
              <a:tabLst>
                <a:tab algn="l" pos="0"/>
              </a:tabLst>
            </a:pPr>
            <a:r>
              <a:rPr b="0" lang="en-US" sz="900" strike="noStrike" u="none">
                <a:solidFill>
                  <a:schemeClr val="dk1">
                    <a:tint val="75000"/>
                  </a:schemeClr>
                </a:solidFill>
                <a:uFillTx/>
                <a:latin typeface="Tenorite"/>
              </a:rPr>
              <a:t> </a:t>
            </a:r>
            <a:endParaRPr b="0" lang="en-US" sz="900" strike="noStrike" u="none">
              <a:solidFill>
                <a:srgbClr val="000000"/>
              </a:solidFill>
              <a:uFillTx/>
              <a:latin typeface="Times New Roman"/>
            </a:endParaRPr>
          </a:p>
        </p:txBody>
      </p:sp>
      <p:sp>
        <p:nvSpPr>
          <p:cNvPr id="137" name="PlaceHolder 2"/>
          <p:cNvSpPr>
            <a:spLocks noGrp="1"/>
          </p:cNvSpPr>
          <p:nvPr>
            <p:ph type="sldNum" idx="6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2C5C49C9-B252-4518-917C-4CAE4D71A788}" type="slidenum">
              <a:rPr b="0" lang="en-US" sz="900" strike="noStrike" u="none">
                <a:solidFill>
                  <a:schemeClr val="dk1">
                    <a:tint val="75000"/>
                  </a:schemeClr>
                </a:solidFill>
                <a:uFillTx/>
                <a:latin typeface="Tenorite"/>
              </a:rPr>
              <a:t>1</a:t>
            </a:fld>
            <a:endParaRPr b="0" lang="en-US" sz="900" strike="noStrike" u="none">
              <a:solidFill>
                <a:srgbClr val="000000"/>
              </a:solidFill>
              <a:uFillTx/>
              <a:latin typeface="Times New Roman"/>
            </a:endParaRPr>
          </a:p>
        </p:txBody>
      </p:sp>
      <p:sp>
        <p:nvSpPr>
          <p:cNvPr id="138" name="PlaceHolder 3"/>
          <p:cNvSpPr>
            <a:spLocks noGrp="1"/>
          </p:cNvSpPr>
          <p:nvPr>
            <p:ph type="dt" idx="6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2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24.xml"/>
</Relationships>
</file>

<file path=ppt/slides/_rels/slide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4.xml"/>
</Relationships>
</file>

<file path=ppt/slides/_rels/slide6.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4.xml"/>
</Relationships>
</file>

<file path=ppt/slides/_rels/slide10.xml.rels><?xml version="1.0" encoding="UTF-8"?>
<Relationships xmlns="http://schemas.openxmlformats.org/package/2006/relationships"><Relationship Id="rId1" Type="http://schemas.openxmlformats.org/officeDocument/2006/relationships/hyperlink" Target="https://www.analyticsvidhya.com/blog/2021/10/support-vector-machinessvm-a-complete-guide-for-beginners/" TargetMode="External"/><Relationship Id="rId2" Type="http://schemas.openxmlformats.org/officeDocument/2006/relationships/image" Target="../media/image32.png"/><Relationship Id="rId3" Type="http://schemas.openxmlformats.org/officeDocument/2006/relationships/slideLayout" Target="../slideLayouts/slideLayout24.xml"/>
</Relationships>
</file>

<file path=ppt/slides/_rels/slide11.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24.xml"/>
</Relationships>
</file>

<file path=ppt/slides/_rels/slide1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2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14.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21.xml"/>
</Relationships>
</file>

<file path=ppt/slides/_rels/slide1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21.xml"/>
</Relationships>
</file>

<file path=ppt/slides/_rels/slide16.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2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18.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2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2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24.xml"/>
</Relationships>
</file>

<file path=ppt/slides/_rels/slide22.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24.xml"/>
</Relationships>
</file>

<file path=ppt/slides/_rels/slide23.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21.xml"/>
</Relationships>
</file>

<file path=ppt/slides/_rels/slide2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21.xml"/>
</Relationships>
</file>

<file path=ppt/slides/_rels/slide25.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24.xml"/>
</Relationships>
</file>

<file path=ppt/slides/_rels/slide26.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21.xml"/>
</Relationships>
</file>

<file path=ppt/slides/_rels/slide27.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4.xml"/>
</Relationships>
</file>

<file path=ppt/slides/_rels/slide28.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2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4.xml"/>
</Relationships>
</file>

<file path=ppt/slides/_rels/slide31.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slideLayout" Target="../slideLayouts/slideLayout24.xml"/>
</Relationships>
</file>

<file path=ppt/slides/_rels/slide32.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24.xml"/>
</Relationships>
</file>

<file path=ppt/slides/_rels/slide33.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21.xml"/>
</Relationships>
</file>

<file path=ppt/slides/_rels/slide34.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6095880" y="4434840"/>
            <a:ext cx="5260680" cy="11210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4000" spc="150" strike="noStrike" u="none" cap="all">
                <a:solidFill>
                  <a:schemeClr val="dk1">
                    <a:lumMod val="75000"/>
                    <a:lumOff val="25000"/>
                  </a:schemeClr>
                </a:solidFill>
                <a:uFillTx/>
                <a:latin typeface="Tenorite"/>
              </a:rPr>
              <a:t>Machine Learning</a:t>
            </a:r>
            <a:endParaRPr b="0" lang="en-US" sz="4000" strike="noStrike" u="none">
              <a:solidFill>
                <a:srgbClr val="000000"/>
              </a:solidFill>
              <a:uFillTx/>
              <a:latin typeface="Arial"/>
            </a:endParaRPr>
          </a:p>
        </p:txBody>
      </p:sp>
      <p:sp>
        <p:nvSpPr>
          <p:cNvPr id="140" name="PlaceHolder 2"/>
          <p:cNvSpPr>
            <a:spLocks noGrp="1"/>
          </p:cNvSpPr>
          <p:nvPr>
            <p:ph type="subTitle"/>
          </p:nvPr>
        </p:nvSpPr>
        <p:spPr>
          <a:xfrm>
            <a:off x="6256080" y="5556960"/>
            <a:ext cx="4940640" cy="3956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1800" strike="noStrike" u="none">
                <a:solidFill>
                  <a:schemeClr val="dk1">
                    <a:lumMod val="75000"/>
                    <a:lumOff val="25000"/>
                  </a:schemeClr>
                </a:solidFill>
                <a:uFillTx/>
                <a:latin typeface="Tenorite"/>
              </a:rPr>
              <a:t>Chapter 04</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Machine Learning</a:t>
            </a:r>
            <a:endParaRPr b="0" lang="en-US" sz="2800" strike="noStrike" u="none">
              <a:solidFill>
                <a:srgbClr val="000000"/>
              </a:solidFill>
              <a:uFillTx/>
              <a:latin typeface="Arial"/>
            </a:endParaRPr>
          </a:p>
        </p:txBody>
      </p:sp>
      <p:sp>
        <p:nvSpPr>
          <p:cNvPr id="142" name="PlaceHolder 2"/>
          <p:cNvSpPr>
            <a:spLocks noGrp="1"/>
          </p:cNvSpPr>
          <p:nvPr>
            <p:ph/>
          </p:nvPr>
        </p:nvSpPr>
        <p:spPr>
          <a:xfrm>
            <a:off x="4983120" y="318600"/>
            <a:ext cx="668844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i="1" lang="en-US" sz="1800" spc="150" strike="noStrike" u="none">
                <a:solidFill>
                  <a:srgbClr val="373d3f"/>
                </a:solidFill>
                <a:uFillTx/>
                <a:latin typeface="Tenorite"/>
              </a:rPr>
              <a:t>A subset of artificial intelligence known as machine learning focuses primarily on the creation of algorithms that enable a computer to independently learn from data and previous experiences.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rgbClr val="373d3f"/>
                </a:solidFill>
                <a:uFillTx/>
                <a:latin typeface="Tenorite"/>
              </a:rPr>
              <a:t>Example:</a:t>
            </a:r>
            <a:endParaRPr b="0" lang="en-US" sz="1800" strike="noStrike" u="none">
              <a:solidFill>
                <a:srgbClr val="000000"/>
              </a:solidFill>
              <a:uFillTx/>
              <a:latin typeface="Arial"/>
            </a:endParaRPr>
          </a:p>
          <a:p>
            <a:pPr marL="343080" indent="-343080" defTabSz="914400">
              <a:lnSpc>
                <a:spcPct val="90000"/>
              </a:lnSpc>
              <a:spcBef>
                <a:spcPts val="1001"/>
              </a:spcBef>
              <a:buClr>
                <a:srgbClr val="373d3f"/>
              </a:buClr>
              <a:buFont typeface="Arial"/>
              <a:buChar char="•"/>
              <a:tabLst>
                <a:tab algn="l" pos="0"/>
              </a:tabLst>
            </a:pPr>
            <a:r>
              <a:rPr b="0" lang="en-US" sz="1800" spc="150" strike="noStrike" u="none">
                <a:solidFill>
                  <a:srgbClr val="373d3f"/>
                </a:solidFill>
                <a:uFillTx/>
                <a:latin typeface="Tenorite"/>
              </a:rPr>
              <a:t>As a simple example, imagine we’ve collected data on the height and weight of 100 people. </a:t>
            </a:r>
            <a:endParaRPr b="0" lang="en-US" sz="1800" strike="noStrike" u="none">
              <a:solidFill>
                <a:srgbClr val="000000"/>
              </a:solidFill>
              <a:uFillTx/>
              <a:latin typeface="Arial"/>
            </a:endParaRPr>
          </a:p>
          <a:p>
            <a:pPr marL="343080" indent="-343080" defTabSz="914400">
              <a:lnSpc>
                <a:spcPct val="90000"/>
              </a:lnSpc>
              <a:spcBef>
                <a:spcPts val="1001"/>
              </a:spcBef>
              <a:buClr>
                <a:srgbClr val="373d3f"/>
              </a:buClr>
              <a:buFont typeface="Arial"/>
              <a:buChar char="•"/>
              <a:tabLst>
                <a:tab algn="l" pos="0"/>
              </a:tabLst>
            </a:pPr>
            <a:r>
              <a:rPr b="0" lang="en-US" sz="1800" spc="150" strike="noStrike" u="none">
                <a:solidFill>
                  <a:srgbClr val="373d3f"/>
                </a:solidFill>
                <a:uFillTx/>
                <a:latin typeface="Tenorite"/>
              </a:rPr>
              <a:t>A simple machine learning algorithm could fit a line to this data. We could then use that line to make predictions about the weight of new people given their height. One equation of a line is y = mx + b, where m is the slope of the line and b is the y-intercept. A machine learning algorithm called linear regression </a:t>
            </a:r>
            <a:endParaRPr b="0" lang="en-US" sz="1800" strike="noStrike" u="none">
              <a:solidFill>
                <a:srgbClr val="000000"/>
              </a:solidFill>
              <a:uFillTx/>
              <a:latin typeface="Arial"/>
            </a:endParaRPr>
          </a:p>
        </p:txBody>
      </p:sp>
      <p:sp>
        <p:nvSpPr>
          <p:cNvPr id="143" name="PlaceHolder 3"/>
          <p:cNvSpPr>
            <a:spLocks noGrp="1"/>
          </p:cNvSpPr>
          <p:nvPr>
            <p:ph type="sldNum" idx="64"/>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CB525EA-4D8A-4A0A-8B10-BE75213B1E90}" type="slidenum">
              <a:rPr b="0" lang="en-US" sz="900" strike="noStrike" u="none">
                <a:solidFill>
                  <a:schemeClr val="dk1">
                    <a:tint val="75000"/>
                  </a:schemeClr>
                </a:solidFill>
                <a:uFillTx/>
                <a:latin typeface="Tenorite"/>
              </a:rPr>
              <a:t>2</a:t>
            </a:fld>
            <a:endParaRPr b="0" lang="en-US" sz="900" strike="noStrike" u="none">
              <a:solidFill>
                <a:srgbClr val="000000"/>
              </a:solidFill>
              <a:uFillTx/>
              <a:latin typeface="Times New Roman"/>
            </a:endParaRPr>
          </a:p>
        </p:txBody>
      </p:sp>
      <p:pic>
        <p:nvPicPr>
          <p:cNvPr id="144" name="Picture 4" descr="A graph with blue dots&#10;&#10;Description automatically generated"/>
          <p:cNvPicPr/>
          <p:nvPr/>
        </p:nvPicPr>
        <p:blipFill>
          <a:blip r:embed="rId1"/>
          <a:stretch/>
        </p:blipFill>
        <p:spPr>
          <a:xfrm>
            <a:off x="4113720" y="4330800"/>
            <a:ext cx="3429000" cy="2301120"/>
          </a:xfrm>
          <a:prstGeom prst="rect">
            <a:avLst/>
          </a:prstGeom>
          <a:noFill/>
          <a:ln w="0">
            <a:noFill/>
          </a:ln>
        </p:spPr>
      </p:pic>
      <p:pic>
        <p:nvPicPr>
          <p:cNvPr id="145" name="Picture 6" descr=""/>
          <p:cNvPicPr/>
          <p:nvPr/>
        </p:nvPicPr>
        <p:blipFill>
          <a:blip r:embed="rId2"/>
          <a:stretch/>
        </p:blipFill>
        <p:spPr>
          <a:xfrm>
            <a:off x="7851960" y="4340520"/>
            <a:ext cx="3501000" cy="22917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055040" y="300600"/>
            <a:ext cx="4080960" cy="58464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What is Statistics</a:t>
            </a:r>
            <a:endParaRPr b="0" lang="en-US" sz="2800" strike="noStrike" u="none">
              <a:solidFill>
                <a:srgbClr val="000000"/>
              </a:solidFill>
              <a:uFillTx/>
              <a:latin typeface="Arial"/>
            </a:endParaRPr>
          </a:p>
        </p:txBody>
      </p:sp>
      <p:sp>
        <p:nvSpPr>
          <p:cNvPr id="147" name="PlaceHolder 2"/>
          <p:cNvSpPr>
            <a:spLocks noGrp="1"/>
          </p:cNvSpPr>
          <p:nvPr>
            <p:ph/>
          </p:nvPr>
        </p:nvSpPr>
        <p:spPr>
          <a:xfrm>
            <a:off x="148320" y="1481040"/>
            <a:ext cx="2378160" cy="513360"/>
          </a:xfrm>
          <a:prstGeom prst="rect">
            <a:avLst/>
          </a:prstGeom>
          <a:noFill/>
          <a:ln w="0">
            <a:noFill/>
          </a:ln>
        </p:spPr>
        <p:txBody>
          <a:bodyPr lIns="91440" rIns="91440" tIns="45720" bIns="45720" anchor="ctr">
            <a:noAutofit/>
          </a:bodyPr>
          <a:p>
            <a:pPr indent="0" algn="r" defTabSz="914400">
              <a:lnSpc>
                <a:spcPct val="90000"/>
              </a:lnSpc>
              <a:spcBef>
                <a:spcPts val="1001"/>
              </a:spcBef>
              <a:buNone/>
              <a:tabLst>
                <a:tab algn="l" pos="0"/>
              </a:tabLst>
            </a:pPr>
            <a:r>
              <a:rPr b="1" lang="en-US" sz="2000" spc="150" strike="noStrike" u="none" cap="all">
                <a:solidFill>
                  <a:schemeClr val="dk1">
                    <a:lumMod val="75000"/>
                    <a:lumOff val="25000"/>
                  </a:schemeClr>
                </a:solidFill>
                <a:uFillTx/>
                <a:latin typeface="Tenorite"/>
              </a:rPr>
              <a:t>Supervised</a:t>
            </a:r>
            <a:endParaRPr b="0" lang="en-US" sz="2000" strike="noStrike" u="none">
              <a:solidFill>
                <a:srgbClr val="000000"/>
              </a:solidFill>
              <a:uFillTx/>
              <a:latin typeface="Arial"/>
            </a:endParaRPr>
          </a:p>
        </p:txBody>
      </p:sp>
      <p:sp>
        <p:nvSpPr>
          <p:cNvPr id="148" name="PlaceHolder 3"/>
          <p:cNvSpPr>
            <a:spLocks noGrp="1"/>
          </p:cNvSpPr>
          <p:nvPr>
            <p:ph/>
          </p:nvPr>
        </p:nvSpPr>
        <p:spPr>
          <a:xfrm>
            <a:off x="576000" y="2605320"/>
            <a:ext cx="2551680" cy="513360"/>
          </a:xfrm>
          <a:prstGeom prst="rect">
            <a:avLst/>
          </a:prstGeom>
          <a:noFill/>
          <a:ln w="0">
            <a:noFill/>
          </a:ln>
        </p:spPr>
        <p:txBody>
          <a:bodyPr lIns="91440" rIns="91440" tIns="45720" bIns="45720" anchor="ctr">
            <a:noAutofit/>
          </a:bodyPr>
          <a:p>
            <a:pPr indent="0" algn="r" defTabSz="914400">
              <a:lnSpc>
                <a:spcPct val="90000"/>
              </a:lnSpc>
              <a:spcBef>
                <a:spcPts val="1001"/>
              </a:spcBef>
              <a:buNone/>
              <a:tabLst>
                <a:tab algn="l" pos="0"/>
              </a:tabLst>
            </a:pPr>
            <a:r>
              <a:rPr b="1" lang="en-US" sz="2000" spc="150" strike="noStrike" u="none" cap="all">
                <a:solidFill>
                  <a:schemeClr val="dk1">
                    <a:lumMod val="75000"/>
                    <a:lumOff val="25000"/>
                  </a:schemeClr>
                </a:solidFill>
                <a:uFillTx/>
                <a:latin typeface="Tenorite"/>
              </a:rPr>
              <a:t>Unsupervised</a:t>
            </a:r>
            <a:endParaRPr b="0" lang="en-US" sz="2000" strike="noStrike" u="none">
              <a:solidFill>
                <a:srgbClr val="000000"/>
              </a:solidFill>
              <a:uFillTx/>
              <a:latin typeface="Arial"/>
            </a:endParaRPr>
          </a:p>
        </p:txBody>
      </p:sp>
      <p:sp>
        <p:nvSpPr>
          <p:cNvPr id="149" name="PlaceHolder 4"/>
          <p:cNvSpPr>
            <a:spLocks noGrp="1"/>
          </p:cNvSpPr>
          <p:nvPr>
            <p:ph/>
          </p:nvPr>
        </p:nvSpPr>
        <p:spPr>
          <a:xfrm>
            <a:off x="4401360" y="1594440"/>
            <a:ext cx="5537880" cy="51336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2000" spc="51" strike="noStrike" u="none">
                <a:solidFill>
                  <a:schemeClr val="dk1">
                    <a:lumMod val="75000"/>
                    <a:lumOff val="25000"/>
                  </a:schemeClr>
                </a:solidFill>
                <a:uFillTx/>
                <a:latin typeface="Tenorite"/>
              </a:rPr>
              <a:t>Based on labeled data</a:t>
            </a:r>
            <a:endParaRPr b="0" lang="en-US" sz="2000" strike="noStrike" u="none">
              <a:solidFill>
                <a:srgbClr val="000000"/>
              </a:solidFill>
              <a:uFillTx/>
              <a:latin typeface="Arial"/>
            </a:endParaRPr>
          </a:p>
          <a:p>
            <a:pPr indent="0" defTabSz="914400">
              <a:lnSpc>
                <a:spcPct val="100000"/>
              </a:lnSpc>
              <a:spcBef>
                <a:spcPts val="1001"/>
              </a:spcBef>
              <a:buNone/>
              <a:tabLst>
                <a:tab algn="l" pos="0"/>
              </a:tabLst>
            </a:pPr>
            <a:endParaRPr b="0" lang="en-US" sz="2000" strike="noStrike" u="none">
              <a:solidFill>
                <a:srgbClr val="000000"/>
              </a:solidFill>
              <a:uFillTx/>
              <a:latin typeface="Arial"/>
            </a:endParaRPr>
          </a:p>
        </p:txBody>
      </p:sp>
      <p:sp>
        <p:nvSpPr>
          <p:cNvPr id="150" name="PlaceHolder 5"/>
          <p:cNvSpPr>
            <a:spLocks noGrp="1"/>
          </p:cNvSpPr>
          <p:nvPr>
            <p:ph/>
          </p:nvPr>
        </p:nvSpPr>
        <p:spPr>
          <a:xfrm>
            <a:off x="5367600" y="3617640"/>
            <a:ext cx="5537880" cy="51336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2000" spc="51" strike="noStrike" u="none">
                <a:solidFill>
                  <a:schemeClr val="dk1">
                    <a:lumMod val="75000"/>
                    <a:lumOff val="25000"/>
                  </a:schemeClr>
                </a:solidFill>
                <a:uFillTx/>
                <a:latin typeface="Tenorite"/>
              </a:rPr>
              <a:t>Based on the feedback system</a:t>
            </a:r>
            <a:endParaRPr b="0" lang="en-US" sz="2000" strike="noStrike" u="none">
              <a:solidFill>
                <a:srgbClr val="000000"/>
              </a:solidFill>
              <a:uFillTx/>
              <a:latin typeface="Arial"/>
            </a:endParaRPr>
          </a:p>
        </p:txBody>
      </p:sp>
      <p:sp>
        <p:nvSpPr>
          <p:cNvPr id="151" name="Text Placeholder 3"/>
          <p:cNvSpPr/>
          <p:nvPr/>
        </p:nvSpPr>
        <p:spPr>
          <a:xfrm>
            <a:off x="1251000" y="3688560"/>
            <a:ext cx="2551680" cy="5133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90000"/>
              </a:lnSpc>
              <a:spcBef>
                <a:spcPts val="1001"/>
              </a:spcBef>
              <a:tabLst>
                <a:tab algn="l" pos="0"/>
              </a:tabLst>
            </a:pPr>
            <a:r>
              <a:rPr b="1" lang="en-US" sz="2000" spc="150" strike="noStrike" u="none" cap="all">
                <a:solidFill>
                  <a:schemeClr val="dk1">
                    <a:lumMod val="75000"/>
                    <a:lumOff val="25000"/>
                  </a:schemeClr>
                </a:solidFill>
                <a:uFillTx/>
                <a:latin typeface="Tenorite"/>
              </a:rPr>
              <a:t>Reinforcement</a:t>
            </a:r>
            <a:endParaRPr b="0" lang="en-US" sz="2000" strike="noStrike" u="none">
              <a:solidFill>
                <a:srgbClr val="000000"/>
              </a:solidFill>
              <a:uFillTx/>
              <a:latin typeface="Arial"/>
            </a:endParaRPr>
          </a:p>
        </p:txBody>
      </p:sp>
      <p:sp>
        <p:nvSpPr>
          <p:cNvPr id="152" name="Text Placeholder 6"/>
          <p:cNvSpPr/>
          <p:nvPr/>
        </p:nvSpPr>
        <p:spPr>
          <a:xfrm>
            <a:off x="4919760" y="2630160"/>
            <a:ext cx="5537880" cy="513360"/>
          </a:xfrm>
          <a:prstGeom prst="rect">
            <a:avLst/>
          </a:prstGeom>
          <a:noFill/>
          <a:ln w="0">
            <a:noFill/>
          </a:ln>
        </p:spPr>
        <p:style>
          <a:lnRef idx="0"/>
          <a:fillRef idx="0"/>
          <a:effectRef idx="0"/>
          <a:fontRef idx="minor"/>
        </p:style>
        <p:txBody>
          <a:bodyPr lIns="90000" rIns="90000" tIns="45000" bIns="45000" anchor="t">
            <a:normAutofit/>
          </a:bodyPr>
          <a:p>
            <a:pPr defTabSz="914400">
              <a:lnSpc>
                <a:spcPct val="100000"/>
              </a:lnSpc>
              <a:spcBef>
                <a:spcPts val="1001"/>
              </a:spcBef>
              <a:tabLst>
                <a:tab algn="l" pos="0"/>
              </a:tabLst>
            </a:pPr>
            <a:r>
              <a:rPr b="0" lang="en-US" sz="2000" spc="51" strike="noStrike" u="none">
                <a:solidFill>
                  <a:schemeClr val="dk1">
                    <a:lumMod val="75000"/>
                    <a:lumOff val="25000"/>
                  </a:schemeClr>
                </a:solidFill>
                <a:uFillTx/>
                <a:latin typeface="Tenorite"/>
              </a:rPr>
              <a:t>Based on un-labeled data</a:t>
            </a:r>
            <a:endParaRPr b="0" lang="en-US" sz="2000" strike="noStrike" u="none">
              <a:solidFill>
                <a:srgbClr val="000000"/>
              </a:solidFill>
              <a:uFillTx/>
              <a:latin typeface="Arial"/>
            </a:endParaRPr>
          </a:p>
          <a:p>
            <a:pPr defTabSz="914400">
              <a:lnSpc>
                <a:spcPct val="100000"/>
              </a:lnSpc>
              <a:spcBef>
                <a:spcPts val="1001"/>
              </a:spcBef>
              <a:tabLst>
                <a:tab algn="l" pos="0"/>
              </a:tabLst>
            </a:pP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6123960" y="136440"/>
            <a:ext cx="543096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ZA" sz="3200" spc="150" strike="noStrike" u="none" cap="all">
                <a:solidFill>
                  <a:schemeClr val="dk1">
                    <a:lumMod val="75000"/>
                    <a:lumOff val="25000"/>
                  </a:schemeClr>
                </a:solidFill>
                <a:uFillTx/>
                <a:latin typeface="Tenorite"/>
              </a:rPr>
              <a:t>Supervised Leaning</a:t>
            </a:r>
            <a:endParaRPr b="0" lang="en-US" sz="3200" strike="noStrike" u="none">
              <a:solidFill>
                <a:srgbClr val="000000"/>
              </a:solidFill>
              <a:uFillTx/>
              <a:latin typeface="Arial"/>
            </a:endParaRPr>
          </a:p>
        </p:txBody>
      </p:sp>
      <p:sp>
        <p:nvSpPr>
          <p:cNvPr id="154" name="PlaceHolder 2"/>
          <p:cNvSpPr>
            <a:spLocks noGrp="1"/>
          </p:cNvSpPr>
          <p:nvPr>
            <p:ph/>
          </p:nvPr>
        </p:nvSpPr>
        <p:spPr>
          <a:xfrm>
            <a:off x="4054680" y="1132200"/>
            <a:ext cx="7415640" cy="5223240"/>
          </a:xfrm>
          <a:prstGeom prst="rect">
            <a:avLst/>
          </a:prstGeom>
          <a:noFill/>
          <a:ln w="0">
            <a:noFill/>
          </a:ln>
        </p:spPr>
        <p:txBody>
          <a:bodyPr lIns="91440" rIns="91440" tIns="45720" bIns="45720" anchor="t">
            <a:normAutofit fontScale="92500" lnSpcReduction="9999"/>
          </a:bodyPr>
          <a:p>
            <a:pPr marL="285840" indent="-285840" defTabSz="914400">
              <a:lnSpc>
                <a:spcPct val="100000"/>
              </a:lnSpc>
              <a:spcBef>
                <a:spcPts val="1001"/>
              </a:spcBef>
              <a:buClr>
                <a:srgbClr val="404040"/>
              </a:buClr>
              <a:buFont typeface="Arial"/>
              <a:buChar char="•"/>
            </a:pPr>
            <a:r>
              <a:rPr b="0" lang="en-US" sz="1800" strike="noStrike" u="none">
                <a:solidFill>
                  <a:schemeClr val="dk1">
                    <a:lumMod val="75000"/>
                    <a:lumOff val="25000"/>
                  </a:schemeClr>
                </a:solidFill>
                <a:uFillTx/>
                <a:latin typeface="Tenorite"/>
              </a:rPr>
              <a:t>It contains a model that is able to predict with the help of a labeled dataset.</a:t>
            </a:r>
            <a:endParaRPr b="0" lang="en-US" sz="1800" strike="noStrike" u="none">
              <a:solidFill>
                <a:srgbClr val="000000"/>
              </a:solidFill>
              <a:uFillTx/>
              <a:latin typeface="Arial"/>
            </a:endParaRPr>
          </a:p>
          <a:p>
            <a:pPr marL="285840" indent="-285840" defTabSz="914400">
              <a:lnSpc>
                <a:spcPct val="100000"/>
              </a:lnSpc>
              <a:spcBef>
                <a:spcPts val="1001"/>
              </a:spcBef>
              <a:buClr>
                <a:srgbClr val="404040"/>
              </a:buClr>
              <a:buFont typeface="Arial"/>
              <a:buChar char="•"/>
            </a:pPr>
            <a:r>
              <a:rPr b="0" lang="en-US" sz="1800" strike="noStrike" u="none">
                <a:solidFill>
                  <a:schemeClr val="dk1">
                    <a:lumMod val="75000"/>
                    <a:lumOff val="25000"/>
                  </a:schemeClr>
                </a:solidFill>
                <a:uFillTx/>
                <a:latin typeface="Tenorite"/>
              </a:rPr>
              <a:t> </a:t>
            </a:r>
            <a:r>
              <a:rPr b="0" lang="en-US" sz="1800" strike="noStrike" u="none">
                <a:solidFill>
                  <a:schemeClr val="dk1">
                    <a:lumMod val="75000"/>
                    <a:lumOff val="25000"/>
                  </a:schemeClr>
                </a:solidFill>
                <a:uFillTx/>
                <a:latin typeface="Tenorite"/>
              </a:rPr>
              <a:t>A labeled dataset is one where you already know the target answer.</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r>
              <a:rPr b="0" lang="en-US" sz="1800" strike="noStrike" u="none">
                <a:solidFill>
                  <a:schemeClr val="dk1">
                    <a:lumMod val="75000"/>
                    <a:lumOff val="25000"/>
                  </a:schemeClr>
                </a:solidFill>
                <a:uFillTx/>
                <a:latin typeface="Tenorite"/>
              </a:rPr>
              <a:t>Supervised learning can be further divided into two types:</a:t>
            </a:r>
            <a:endParaRPr b="0" lang="en-US" sz="1800" strike="noStrike" u="none">
              <a:solidFill>
                <a:srgbClr val="000000"/>
              </a:solidFill>
              <a:uFillTx/>
              <a:latin typeface="Arial"/>
            </a:endParaRPr>
          </a:p>
          <a:p>
            <a:pPr marL="285840" indent="-285840" defTabSz="914400">
              <a:lnSpc>
                <a:spcPct val="100000"/>
              </a:lnSpc>
              <a:spcBef>
                <a:spcPts val="1001"/>
              </a:spcBef>
              <a:buClr>
                <a:srgbClr val="404040"/>
              </a:buClr>
              <a:buFont typeface="Tenorite"/>
              <a:buAutoNum type="arabicPeriod"/>
              <a:tabLst>
                <a:tab algn="l" pos="0"/>
              </a:tabLst>
            </a:pPr>
            <a:r>
              <a:rPr b="0" lang="en-US" sz="1800" strike="noStrike" u="none">
                <a:solidFill>
                  <a:schemeClr val="dk1">
                    <a:lumMod val="75000"/>
                    <a:lumOff val="25000"/>
                  </a:schemeClr>
                </a:solidFill>
                <a:uFillTx/>
                <a:latin typeface="Tenorite"/>
              </a:rPr>
              <a:t>Classification</a:t>
            </a:r>
            <a:endParaRPr b="0" lang="en-US" sz="1800" strike="noStrike" u="none">
              <a:solidFill>
                <a:srgbClr val="000000"/>
              </a:solidFill>
              <a:uFillTx/>
              <a:latin typeface="Arial"/>
            </a:endParaRPr>
          </a:p>
          <a:p>
            <a:pPr marL="285840" indent="-285840" defTabSz="914400">
              <a:lnSpc>
                <a:spcPct val="100000"/>
              </a:lnSpc>
              <a:spcBef>
                <a:spcPts val="1001"/>
              </a:spcBef>
              <a:buClr>
                <a:srgbClr val="404040"/>
              </a:buClr>
              <a:buFont typeface="Tenorite"/>
              <a:buAutoNum type="arabicPeriod"/>
              <a:tabLst>
                <a:tab algn="l" pos="0"/>
              </a:tabLst>
            </a:pPr>
            <a:r>
              <a:rPr b="0" lang="en-US" sz="1800" strike="noStrike" u="none">
                <a:solidFill>
                  <a:schemeClr val="dk1">
                    <a:lumMod val="75000"/>
                    <a:lumOff val="25000"/>
                  </a:schemeClr>
                </a:solidFill>
                <a:uFillTx/>
                <a:latin typeface="Tenorite"/>
              </a:rPr>
              <a:t>Regression</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55" name="PlaceHolder 3"/>
          <p:cNvSpPr>
            <a:spLocks noGrp="1"/>
          </p:cNvSpPr>
          <p:nvPr>
            <p:ph type="sldNum" idx="65"/>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8CADB143-E084-43D5-84BD-AD4E3F464501}" type="slidenum">
              <a:rPr b="0" lang="en-ZA" sz="900" strike="noStrike" u="none">
                <a:solidFill>
                  <a:schemeClr val="dk1">
                    <a:tint val="75000"/>
                  </a:schemeClr>
                </a:solidFill>
                <a:uFillTx/>
                <a:latin typeface="Tenorite"/>
              </a:rPr>
              <a:t>4</a:t>
            </a:fld>
            <a:endParaRPr b="0" lang="en-US" sz="900" strike="noStrike" u="none">
              <a:solidFill>
                <a:srgbClr val="000000"/>
              </a:solidFill>
              <a:uFillTx/>
              <a:latin typeface="Times New Roman"/>
            </a:endParaRPr>
          </a:p>
        </p:txBody>
      </p:sp>
      <p:pic>
        <p:nvPicPr>
          <p:cNvPr id="156" name="Picture 5" descr="A diagram of a computer&#10;&#10;Description automatically generated"/>
          <p:cNvPicPr/>
          <p:nvPr/>
        </p:nvPicPr>
        <p:blipFill>
          <a:blip r:embed="rId1"/>
          <a:stretch/>
        </p:blipFill>
        <p:spPr>
          <a:xfrm>
            <a:off x="5462640" y="2332800"/>
            <a:ext cx="3718440" cy="21909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4139280" y="136440"/>
            <a:ext cx="741564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ZA" sz="3200" spc="150" strike="noStrike" u="none" cap="all">
                <a:solidFill>
                  <a:schemeClr val="dk1">
                    <a:lumMod val="75000"/>
                    <a:lumOff val="25000"/>
                  </a:schemeClr>
                </a:solidFill>
                <a:uFillTx/>
                <a:latin typeface="Tenorite"/>
              </a:rPr>
              <a:t>Classification- Supervised LeaRning</a:t>
            </a:r>
            <a:endParaRPr b="0" lang="en-US" sz="3200" strike="noStrike" u="none">
              <a:solidFill>
                <a:srgbClr val="000000"/>
              </a:solidFill>
              <a:uFillTx/>
              <a:latin typeface="Arial"/>
            </a:endParaRPr>
          </a:p>
        </p:txBody>
      </p:sp>
      <p:sp>
        <p:nvSpPr>
          <p:cNvPr id="158" name="PlaceHolder 2"/>
          <p:cNvSpPr>
            <a:spLocks noGrp="1"/>
          </p:cNvSpPr>
          <p:nvPr>
            <p:ph/>
          </p:nvPr>
        </p:nvSpPr>
        <p:spPr>
          <a:xfrm>
            <a:off x="4054680" y="1132200"/>
            <a:ext cx="7415640" cy="5223240"/>
          </a:xfrm>
          <a:prstGeom prst="rect">
            <a:avLst/>
          </a:prstGeom>
          <a:noFill/>
          <a:ln w="0">
            <a:noFill/>
          </a:ln>
        </p:spPr>
        <p:txBody>
          <a:bodyPr lIns="91440" rIns="91440" tIns="45720" bIns="45720" anchor="t">
            <a:normAutofit/>
          </a:bodyPr>
          <a:p>
            <a:pPr indent="0" defTabSz="914400">
              <a:lnSpc>
                <a:spcPct val="110000"/>
              </a:lnSpc>
              <a:spcBef>
                <a:spcPts val="1001"/>
              </a:spcBef>
              <a:buNone/>
              <a:tabLst>
                <a:tab algn="l" pos="0"/>
              </a:tabLst>
            </a:pPr>
            <a:r>
              <a:rPr b="0" lang="en-US" sz="1800" strike="noStrike" u="none">
                <a:solidFill>
                  <a:schemeClr val="dk1">
                    <a:lumMod val="75000"/>
                    <a:lumOff val="25000"/>
                  </a:schemeClr>
                </a:solidFill>
                <a:uFillTx/>
                <a:latin typeface="Tenorite"/>
              </a:rPr>
              <a:t>Classification is used when the output variable is categorical i.e. with 2 or more classes</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59" name="PlaceHolder 3"/>
          <p:cNvSpPr>
            <a:spLocks noGrp="1"/>
          </p:cNvSpPr>
          <p:nvPr>
            <p:ph type="sldNum" idx="66"/>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D004F786-C4D7-4446-BD9E-D505806A6526}" type="slidenum">
              <a:rPr b="0" lang="en-ZA" sz="900" strike="noStrike" u="none">
                <a:solidFill>
                  <a:schemeClr val="dk1">
                    <a:tint val="75000"/>
                  </a:schemeClr>
                </a:solidFill>
                <a:uFillTx/>
                <a:latin typeface="Tenorite"/>
              </a:rPr>
              <a:t>5</a:t>
            </a:fld>
            <a:endParaRPr b="0" lang="en-US" sz="900" strike="noStrike" u="none">
              <a:solidFill>
                <a:srgbClr val="000000"/>
              </a:solidFill>
              <a:uFillTx/>
              <a:latin typeface="Times New Roman"/>
            </a:endParaRPr>
          </a:p>
        </p:txBody>
      </p:sp>
      <p:pic>
        <p:nvPicPr>
          <p:cNvPr id="160" name="Picture 4" descr=""/>
          <p:cNvPicPr/>
          <p:nvPr/>
        </p:nvPicPr>
        <p:blipFill>
          <a:blip r:embed="rId1"/>
          <a:stretch/>
        </p:blipFill>
        <p:spPr>
          <a:xfrm>
            <a:off x="5446080" y="2310120"/>
            <a:ext cx="4672440" cy="2956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139280" y="136440"/>
            <a:ext cx="741564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ZA" sz="3200" spc="150" strike="noStrike" u="none" cap="all">
                <a:solidFill>
                  <a:schemeClr val="dk1">
                    <a:lumMod val="75000"/>
                    <a:lumOff val="25000"/>
                  </a:schemeClr>
                </a:solidFill>
                <a:uFillTx/>
                <a:latin typeface="Tenorite"/>
              </a:rPr>
              <a:t>Regression-Supervised Leaning</a:t>
            </a:r>
            <a:endParaRPr b="0" lang="en-US" sz="3200" strike="noStrike" u="none">
              <a:solidFill>
                <a:srgbClr val="000000"/>
              </a:solidFill>
              <a:uFillTx/>
              <a:latin typeface="Arial"/>
            </a:endParaRPr>
          </a:p>
        </p:txBody>
      </p:sp>
      <p:sp>
        <p:nvSpPr>
          <p:cNvPr id="162" name="PlaceHolder 2"/>
          <p:cNvSpPr>
            <a:spLocks noGrp="1"/>
          </p:cNvSpPr>
          <p:nvPr>
            <p:ph/>
          </p:nvPr>
        </p:nvSpPr>
        <p:spPr>
          <a:xfrm>
            <a:off x="4054680" y="1132200"/>
            <a:ext cx="8060760" cy="5223240"/>
          </a:xfrm>
          <a:prstGeom prst="rect">
            <a:avLst/>
          </a:prstGeom>
          <a:noFill/>
          <a:ln w="0">
            <a:noFill/>
          </a:ln>
        </p:spPr>
        <p:txBody>
          <a:bodyPr lIns="91440" rIns="91440" tIns="45720" bIns="45720" anchor="t">
            <a:normAutofit/>
          </a:bodyPr>
          <a:p>
            <a:pPr indent="0" defTabSz="914400">
              <a:lnSpc>
                <a:spcPct val="110000"/>
              </a:lnSpc>
              <a:spcBef>
                <a:spcPts val="1001"/>
              </a:spcBef>
              <a:buNone/>
              <a:tabLst>
                <a:tab algn="l" pos="0"/>
              </a:tabLst>
            </a:pPr>
            <a:r>
              <a:rPr b="0" lang="en-US" sz="1800" strike="noStrike" u="none">
                <a:solidFill>
                  <a:schemeClr val="dk1">
                    <a:lumMod val="75000"/>
                    <a:lumOff val="25000"/>
                  </a:schemeClr>
                </a:solidFill>
                <a:uFillTx/>
                <a:latin typeface="Tenorite"/>
              </a:rPr>
              <a:t>Regression is used when the output variable is a real or continuous value (not a category).</a:t>
            </a:r>
            <a:endParaRPr b="0" lang="en-US" sz="1800" strike="noStrike" u="none">
              <a:solidFill>
                <a:srgbClr val="000000"/>
              </a:solidFill>
              <a:uFillTx/>
              <a:latin typeface="Arial"/>
            </a:endParaRPr>
          </a:p>
          <a:p>
            <a:pPr indent="0" defTabSz="914400">
              <a:lnSpc>
                <a:spcPct val="110000"/>
              </a:lnSpc>
              <a:spcBef>
                <a:spcPts val="1001"/>
              </a:spcBef>
              <a:buNone/>
              <a:tabLst>
                <a:tab algn="l" pos="0"/>
              </a:tabLst>
            </a:pPr>
            <a:r>
              <a:rPr b="0" lang="en-US" sz="1800" strike="noStrike" u="none">
                <a:solidFill>
                  <a:schemeClr val="dk1">
                    <a:lumMod val="75000"/>
                    <a:lumOff val="25000"/>
                  </a:schemeClr>
                </a:solidFill>
                <a:uFillTx/>
                <a:latin typeface="Tenorite"/>
              </a:rPr>
              <a:t>Examples:</a:t>
            </a:r>
            <a:endParaRPr b="0" lang="en-US" sz="1800" strike="noStrike" u="none">
              <a:solidFill>
                <a:srgbClr val="000000"/>
              </a:solidFill>
              <a:uFillTx/>
              <a:latin typeface="Arial"/>
            </a:endParaRPr>
          </a:p>
          <a:p>
            <a:pPr marL="216000" indent="-216000" defTabSz="914400">
              <a:lnSpc>
                <a:spcPct val="110000"/>
              </a:lnSpc>
              <a:spcBef>
                <a:spcPts val="1001"/>
              </a:spcBef>
              <a:buClr>
                <a:srgbClr val="000000"/>
              </a:buClr>
              <a:buSzPct val="45000"/>
              <a:buFont typeface="Wingdings" charset="2"/>
              <a:buChar char=""/>
              <a:tabLst>
                <a:tab algn="l" pos="0"/>
              </a:tabLst>
            </a:pPr>
            <a:r>
              <a:rPr b="0" lang="en-US" sz="1800" strike="noStrike" u="none">
                <a:solidFill>
                  <a:schemeClr val="dk1">
                    <a:lumMod val="75000"/>
                    <a:lumOff val="25000"/>
                  </a:schemeClr>
                </a:solidFill>
                <a:uFillTx/>
                <a:latin typeface="Tenorite"/>
              </a:rPr>
              <a:t>Predicting house prices based on size, location, number of rooms, etc</a:t>
            </a:r>
            <a:endParaRPr b="0" lang="en-US" sz="1800" strike="noStrike" u="none">
              <a:solidFill>
                <a:srgbClr val="000000"/>
              </a:solidFill>
              <a:uFillTx/>
              <a:latin typeface="Arial"/>
            </a:endParaRPr>
          </a:p>
          <a:p>
            <a:pPr marL="216000" indent="-216000" defTabSz="914400">
              <a:lnSpc>
                <a:spcPct val="110000"/>
              </a:lnSpc>
              <a:spcBef>
                <a:spcPts val="1001"/>
              </a:spcBef>
              <a:buClr>
                <a:srgbClr val="000000"/>
              </a:buClr>
              <a:buSzPct val="45000"/>
              <a:buFont typeface="Wingdings" charset="2"/>
              <a:buChar char=""/>
              <a:tabLst>
                <a:tab algn="l" pos="0"/>
              </a:tabLst>
            </a:pPr>
            <a:r>
              <a:rPr b="0" lang="en-US" sz="1800" strike="noStrike" u="none">
                <a:solidFill>
                  <a:schemeClr val="dk1">
                    <a:lumMod val="75000"/>
                    <a:lumOff val="25000"/>
                  </a:schemeClr>
                </a:solidFill>
                <a:uFillTx/>
                <a:latin typeface="Tenorite"/>
              </a:rPr>
              <a:t>Estimating the temperature for tomorrow using weather data.</a:t>
            </a:r>
            <a:endParaRPr b="0" lang="en-US" sz="1800" strike="noStrike" u="none">
              <a:solidFill>
                <a:srgbClr val="000000"/>
              </a:solidFill>
              <a:uFillTx/>
              <a:latin typeface="Arial"/>
            </a:endParaRPr>
          </a:p>
          <a:p>
            <a:pPr marL="216000" indent="-216000" defTabSz="914400">
              <a:lnSpc>
                <a:spcPct val="110000"/>
              </a:lnSpc>
              <a:spcBef>
                <a:spcPts val="1001"/>
              </a:spcBef>
              <a:buClr>
                <a:srgbClr val="000000"/>
              </a:buClr>
              <a:buSzPct val="45000"/>
              <a:buFont typeface="Wingdings" charset="2"/>
              <a:buChar char=""/>
              <a:tabLst>
                <a:tab algn="l" pos="0"/>
              </a:tabLst>
            </a:pPr>
            <a:r>
              <a:rPr b="0" lang="en-US" sz="1800" strike="noStrike" u="none">
                <a:solidFill>
                  <a:schemeClr val="dk1">
                    <a:lumMod val="75000"/>
                    <a:lumOff val="25000"/>
                  </a:schemeClr>
                </a:solidFill>
                <a:uFillTx/>
                <a:latin typeface="Tenorite"/>
              </a:rPr>
              <a:t>Forecasting sales for the next month on past trends. </a:t>
            </a:r>
            <a:endParaRPr b="0" lang="en-US" sz="18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63" name="PlaceHolder 3"/>
          <p:cNvSpPr>
            <a:spLocks noGrp="1"/>
          </p:cNvSpPr>
          <p:nvPr>
            <p:ph type="sldNum" idx="67"/>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C7D3FAB6-3889-4CD9-B90E-EE1D3E1EE7D0}"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64" name="Picture 5" descr="A screen shot of a computer&#10;&#10;Description automatically generated"/>
          <p:cNvPicPr/>
          <p:nvPr/>
        </p:nvPicPr>
        <p:blipFill>
          <a:blip r:embed="rId1"/>
          <a:stretch/>
        </p:blipFill>
        <p:spPr>
          <a:xfrm>
            <a:off x="3741480" y="3657600"/>
            <a:ext cx="5002200" cy="2971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Learning Curves</a:t>
            </a:r>
            <a:endParaRPr b="0" lang="en-US" sz="2800" strike="noStrike" u="none">
              <a:solidFill>
                <a:srgbClr val="000000"/>
              </a:solidFill>
              <a:uFillTx/>
              <a:latin typeface="Arial"/>
            </a:endParaRPr>
          </a:p>
        </p:txBody>
      </p:sp>
      <p:sp>
        <p:nvSpPr>
          <p:cNvPr id="166"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800" spc="150" strike="noStrike" u="none">
                <a:solidFill>
                  <a:schemeClr val="dk1">
                    <a:lumMod val="75000"/>
                    <a:lumOff val="25000"/>
                  </a:schemeClr>
                </a:solidFill>
                <a:uFillTx/>
                <a:latin typeface="Tenorite"/>
              </a:rPr>
              <a:t>Machine learning models are employed to learn patterns in data. </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chemeClr val="dk1">
                    <a:lumMod val="75000"/>
                    <a:lumOff val="25000"/>
                  </a:schemeClr>
                </a:solidFill>
                <a:uFillTx/>
                <a:latin typeface="Tenorite"/>
              </a:rPr>
              <a:t>An error may be defined as the difference between the prediction of observation and the true value of the observation.</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chemeClr val="dk1">
                    <a:lumMod val="75000"/>
                    <a:lumOff val="25000"/>
                  </a:schemeClr>
                </a:solidFill>
                <a:uFillTx/>
                <a:latin typeface="Tenorite"/>
              </a:rPr>
              <a:t>Bias error</a:t>
            </a:r>
            <a:endParaRPr b="0" lang="en-US" sz="1800" strike="noStrike" u="none">
              <a:solidFill>
                <a:srgbClr val="000000"/>
              </a:solidFill>
              <a:uFillTx/>
              <a:latin typeface="Arial"/>
            </a:endParaRPr>
          </a:p>
          <a:p>
            <a:pPr marL="285840" indent="-285840" defTabSz="914400">
              <a:lnSpc>
                <a:spcPct val="90000"/>
              </a:lnSpc>
              <a:spcBef>
                <a:spcPts val="1001"/>
              </a:spcBef>
              <a:buClr>
                <a:srgbClr val="404040"/>
              </a:buClr>
              <a:buFont typeface="Arial"/>
              <a:buChar char="•"/>
              <a:tabLst>
                <a:tab algn="l" pos="0"/>
              </a:tabLst>
            </a:pPr>
            <a:r>
              <a:rPr b="0" lang="en-US" sz="1800" spc="150" strike="noStrike" u="none">
                <a:solidFill>
                  <a:schemeClr val="dk1">
                    <a:lumMod val="75000"/>
                    <a:lumOff val="25000"/>
                  </a:schemeClr>
                </a:solidFill>
                <a:uFillTx/>
                <a:latin typeface="Tenorite"/>
              </a:rPr>
              <a:t>Bias error, also known as underfitting, Bias describes a model which makes </a:t>
            </a:r>
            <a:r>
              <a:rPr b="1" lang="en-US" sz="1800" spc="150" strike="noStrike" u="none">
                <a:solidFill>
                  <a:schemeClr val="dk1">
                    <a:lumMod val="75000"/>
                    <a:lumOff val="25000"/>
                  </a:schemeClr>
                </a:solidFill>
                <a:uFillTx/>
                <a:latin typeface="Tenorite"/>
              </a:rPr>
              <a:t>simplified assumptions</a:t>
            </a:r>
            <a:r>
              <a:rPr b="0" lang="en-US" sz="1800" spc="150" strike="noStrike" u="none">
                <a:solidFill>
                  <a:schemeClr val="dk1">
                    <a:lumMod val="75000"/>
                    <a:lumOff val="25000"/>
                  </a:schemeClr>
                </a:solidFill>
                <a:uFillTx/>
                <a:latin typeface="Tenorite"/>
              </a:rPr>
              <a:t> so the target function is easier to approximate; a model may learn that every 5'9 male in the world wears a size medium top - this is clearly biased.</a:t>
            </a:r>
            <a:endParaRPr b="0" lang="en-US" sz="1800" strike="noStrike" u="none">
              <a:solidFill>
                <a:srgbClr val="000000"/>
              </a:solidFill>
              <a:uFillTx/>
              <a:latin typeface="Arial"/>
            </a:endParaRPr>
          </a:p>
          <a:p>
            <a:pPr marL="285840" indent="-285840" defTabSz="914400">
              <a:lnSpc>
                <a:spcPct val="90000"/>
              </a:lnSpc>
              <a:spcBef>
                <a:spcPts val="1001"/>
              </a:spcBef>
              <a:buClr>
                <a:srgbClr val="404040"/>
              </a:buClr>
              <a:buFont typeface="Arial"/>
              <a:buChar char="•"/>
              <a:tabLst>
                <a:tab algn="l" pos="0"/>
              </a:tabLst>
            </a:pPr>
            <a:r>
              <a:rPr b="0" lang="en-US" sz="1800" spc="150" strike="noStrike" u="none">
                <a:solidFill>
                  <a:schemeClr val="dk1">
                    <a:lumMod val="75000"/>
                    <a:lumOff val="25000"/>
                  </a:schemeClr>
                </a:solidFill>
                <a:uFillTx/>
                <a:latin typeface="Tenorite"/>
              </a:rPr>
              <a:t>A high-bias model </a:t>
            </a:r>
            <a:r>
              <a:rPr b="1" lang="en-US" sz="1800" spc="150" strike="noStrike" u="none">
                <a:solidFill>
                  <a:schemeClr val="dk1">
                    <a:lumMod val="75000"/>
                    <a:lumOff val="25000"/>
                  </a:schemeClr>
                </a:solidFill>
                <a:uFillTx/>
                <a:latin typeface="Tenorite"/>
              </a:rPr>
              <a:t>fails to capture the complexity of the data</a:t>
            </a:r>
            <a:r>
              <a:rPr b="0" lang="en-US" sz="1800" spc="150" strike="noStrike" u="none">
                <a:solidFill>
                  <a:schemeClr val="dk1">
                    <a:lumMod val="75000"/>
                    <a:lumOff val="25000"/>
                  </a:schemeClr>
                </a:solidFill>
                <a:uFillTx/>
                <a:latin typeface="Tenorite"/>
              </a:rPr>
              <a:t> and may overlook important patterns, leading to poor performance on both training and unseen data.</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chemeClr val="dk1">
                    <a:lumMod val="75000"/>
                    <a:lumOff val="25000"/>
                  </a:schemeClr>
                </a:solidFill>
                <a:uFillTx/>
                <a:latin typeface="Tenorite"/>
              </a:rPr>
              <a:t>Variance error</a:t>
            </a:r>
            <a:endParaRPr b="0" lang="en-US" sz="1800" strike="noStrike" u="none">
              <a:solidFill>
                <a:srgbClr val="000000"/>
              </a:solidFill>
              <a:uFillTx/>
              <a:latin typeface="Arial"/>
            </a:endParaRPr>
          </a:p>
          <a:p>
            <a:pPr marL="285840" indent="-285840" defTabSz="914400">
              <a:lnSpc>
                <a:spcPct val="90000"/>
              </a:lnSpc>
              <a:spcBef>
                <a:spcPts val="1001"/>
              </a:spcBef>
              <a:buClr>
                <a:srgbClr val="404040"/>
              </a:buClr>
              <a:buFont typeface="Arial"/>
              <a:buChar char="•"/>
              <a:tabLst>
                <a:tab algn="l" pos="0"/>
              </a:tabLst>
            </a:pPr>
            <a:r>
              <a:rPr b="0" lang="en-US" sz="1800" spc="150" strike="noStrike" u="none">
                <a:solidFill>
                  <a:schemeClr val="dk1">
                    <a:lumMod val="75000"/>
                    <a:lumOff val="25000"/>
                  </a:schemeClr>
                </a:solidFill>
                <a:uFillTx/>
                <a:latin typeface="Tenorite"/>
              </a:rPr>
              <a:t>Variance error, also known as overfitting,Variance describes the variability in the model prediction; how much the prediction of the model changes when we change the data used to train it.</a:t>
            </a:r>
            <a:endParaRPr b="0" lang="en-US" sz="1800" strike="noStrike" u="none">
              <a:solidFill>
                <a:srgbClr val="000000"/>
              </a:solidFill>
              <a:uFillTx/>
              <a:latin typeface="Arial"/>
            </a:endParaRPr>
          </a:p>
          <a:p>
            <a:pPr marL="285840" indent="-285840" defTabSz="914400">
              <a:lnSpc>
                <a:spcPct val="90000"/>
              </a:lnSpc>
              <a:spcBef>
                <a:spcPts val="1001"/>
              </a:spcBef>
              <a:buClr>
                <a:srgbClr val="404040"/>
              </a:buClr>
              <a:buFont typeface="Arial"/>
              <a:buChar char="•"/>
              <a:tabLst>
                <a:tab algn="l" pos="0"/>
              </a:tabLst>
            </a:pPr>
            <a:r>
              <a:rPr b="0" lang="en-US" sz="1800" spc="150" strike="noStrike" u="none">
                <a:solidFill>
                  <a:schemeClr val="dk1">
                    <a:lumMod val="75000"/>
                    <a:lumOff val="25000"/>
                  </a:schemeClr>
                </a:solidFill>
                <a:uFillTx/>
                <a:latin typeface="Tenorite"/>
              </a:rPr>
              <a:t>A high variance model </a:t>
            </a:r>
            <a:r>
              <a:rPr b="1" lang="en-US" sz="1800" spc="150" strike="noStrike" u="none">
                <a:solidFill>
                  <a:schemeClr val="dk1">
                    <a:lumMod val="75000"/>
                    <a:lumOff val="25000"/>
                  </a:schemeClr>
                </a:solidFill>
                <a:uFillTx/>
                <a:latin typeface="Tenorite"/>
              </a:rPr>
              <a:t>captures the noise and random fluctuations in the training data too closely</a:t>
            </a:r>
            <a:r>
              <a:rPr b="0" lang="en-US" sz="1800" spc="150" strike="noStrike" u="none">
                <a:solidFill>
                  <a:schemeClr val="dk1">
                    <a:lumMod val="75000"/>
                    <a:lumOff val="25000"/>
                  </a:schemeClr>
                </a:solidFill>
                <a:uFillTx/>
                <a:latin typeface="Tenorite"/>
              </a:rPr>
              <a:t>, resulting in poor generalization to unseen data.</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167" name="PlaceHolder 3"/>
          <p:cNvSpPr>
            <a:spLocks noGrp="1"/>
          </p:cNvSpPr>
          <p:nvPr>
            <p:ph type="sldNum" idx="68"/>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2792E35D-93C0-4162-A9E1-9A01FFEEA350}"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5555880" y="136440"/>
            <a:ext cx="545904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Learning Curves</a:t>
            </a:r>
            <a:endParaRPr b="0" lang="en-US" sz="3200" strike="noStrike" u="none">
              <a:solidFill>
                <a:srgbClr val="000000"/>
              </a:solidFill>
              <a:uFillTx/>
              <a:latin typeface="Arial"/>
            </a:endParaRPr>
          </a:p>
        </p:txBody>
      </p:sp>
      <p:sp>
        <p:nvSpPr>
          <p:cNvPr id="169" name="PlaceHolder 2"/>
          <p:cNvSpPr>
            <a:spLocks noGrp="1"/>
          </p:cNvSpPr>
          <p:nvPr>
            <p:ph/>
          </p:nvPr>
        </p:nvSpPr>
        <p:spPr>
          <a:xfrm>
            <a:off x="1999800" y="3416400"/>
            <a:ext cx="6734880" cy="31550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1" lang="en-US" sz="1800" strike="noStrike" u="none">
                <a:solidFill>
                  <a:srgbClr val="05192d"/>
                </a:solidFill>
                <a:uFillTx/>
                <a:latin typeface="Tenorite"/>
              </a:rPr>
              <a:t>Training curve</a:t>
            </a:r>
            <a:r>
              <a:rPr b="0" lang="en-US" sz="1800" strike="noStrike" u="none">
                <a:solidFill>
                  <a:srgbClr val="05192d"/>
                </a:solidFill>
                <a:uFillTx/>
                <a:latin typeface="Tenorite"/>
              </a:rPr>
              <a:t>: The curve calculated from the training data; used to inform how well a model is learning.</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r>
              <a:rPr b="1" lang="en-US" sz="1800" strike="noStrike" u="none">
                <a:solidFill>
                  <a:srgbClr val="05192d"/>
                </a:solidFill>
                <a:uFillTx/>
                <a:latin typeface="Tenorite"/>
              </a:rPr>
              <a:t>Validation curve</a:t>
            </a:r>
            <a:r>
              <a:rPr b="0" lang="en-US" sz="1800" strike="noStrike" u="none">
                <a:solidFill>
                  <a:srgbClr val="05192d"/>
                </a:solidFill>
                <a:uFillTx/>
                <a:latin typeface="Tenorite"/>
              </a:rPr>
              <a:t>: The curve calculated from the validation data; used to inform of how well the model is generalizing to unseen instances.</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r>
              <a:rPr b="0" lang="en-US" sz="1800" strike="noStrike" u="none">
                <a:solidFill>
                  <a:srgbClr val="05192d"/>
                </a:solidFill>
                <a:uFillTx/>
                <a:latin typeface="Tenorite"/>
              </a:rPr>
              <a:t>These curves show us how well the model is performing as the data grows, hence the name </a:t>
            </a:r>
            <a:r>
              <a:rPr b="1" lang="en-US" sz="1800" strike="noStrike" u="none">
                <a:solidFill>
                  <a:srgbClr val="05192d"/>
                </a:solidFill>
                <a:uFillTx/>
                <a:latin typeface="Tenorite"/>
              </a:rPr>
              <a:t>learning curves</a:t>
            </a:r>
            <a:r>
              <a:rPr b="0" lang="en-US" sz="1800" strike="noStrike" u="none">
                <a:solidFill>
                  <a:srgbClr val="05192d"/>
                </a:solidFill>
                <a:uFillTx/>
                <a:latin typeface="Tenorite"/>
              </a:rPr>
              <a:t>.</a:t>
            </a:r>
            <a:endParaRPr b="0" lang="en-US" sz="18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70" name="PlaceHolder 3"/>
          <p:cNvSpPr>
            <a:spLocks noGrp="1"/>
          </p:cNvSpPr>
          <p:nvPr>
            <p:ph type="sldNum" idx="69"/>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41B06B6B-27AD-42E9-BE1B-6D40D56EF3CD}"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171" name="PlaceHolder 6"/>
          <p:cNvSpPr/>
          <p:nvPr/>
        </p:nvSpPr>
        <p:spPr>
          <a:xfrm>
            <a:off x="228600" y="786600"/>
            <a:ext cx="11442960" cy="30988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000000"/>
                </a:solidFill>
                <a:uFillTx/>
                <a:latin typeface="Tenorite"/>
              </a:rPr>
              <a:t>Learning curves </a:t>
            </a:r>
            <a:r>
              <a:rPr b="0" lang="en-US" sz="1800" strike="noStrike" u="none">
                <a:solidFill>
                  <a:srgbClr val="000000"/>
                </a:solidFill>
                <a:uFillTx/>
                <a:latin typeface="Tenorite"/>
              </a:rPr>
              <a:t>are a </a:t>
            </a:r>
            <a:r>
              <a:rPr b="0" lang="en-US" sz="1800" strike="noStrike" u="none">
                <a:solidFill>
                  <a:srgbClr val="05192d"/>
                </a:solidFill>
                <a:uFillTx/>
                <a:latin typeface="Tenorite"/>
              </a:rPr>
              <a:t>powerful</a:t>
            </a:r>
            <a:r>
              <a:rPr b="0" lang="en-US" sz="1800" strike="noStrike" u="none">
                <a:solidFill>
                  <a:srgbClr val="000000"/>
                </a:solidFill>
                <a:uFillTx/>
                <a:latin typeface="Tenorite"/>
              </a:rPr>
              <a:t> tool to understand how your machine learning model is learning over time, especially in terms of bias and variance.</a:t>
            </a:r>
            <a:endParaRPr b="0" lang="en-US" sz="1800" strike="noStrike" u="none">
              <a:solidFill>
                <a:srgbClr val="000000"/>
              </a:solidFill>
              <a:uFillTx/>
              <a:latin typeface="Arial"/>
            </a:endParaRPr>
          </a:p>
          <a:p>
            <a:pPr>
              <a:lnSpc>
                <a:spcPct val="100000"/>
              </a:lnSpc>
            </a:pPr>
            <a:r>
              <a:rPr b="0" lang="en-US" sz="1800" strike="noStrike" u="none">
                <a:solidFill>
                  <a:srgbClr val="000000"/>
                </a:solidFill>
                <a:uFillTx/>
                <a:latin typeface="Tenorite"/>
              </a:rPr>
              <a:t>A learning curve is a plot that shows how a model's performance changes with increasing training data size (or training time). Usually, we plot:</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Tenorite"/>
              </a:rPr>
              <a:t>Training score (e.g., accuracy or error on the training set)</a:t>
            </a:r>
            <a:endParaRPr b="0" lang="en-US" sz="18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uFillTx/>
                <a:latin typeface="Tenorite"/>
              </a:rPr>
              <a:t>Validation/Test score (e.g., accuracy or error on unseen data)</a:t>
            </a:r>
            <a:endParaRPr b="0" lang="en-US" sz="1800" strike="noStrike" u="none">
              <a:solidFill>
                <a:srgbClr val="000000"/>
              </a:solidFill>
              <a:uFillTx/>
              <a:latin typeface="Arial"/>
            </a:endParaRPr>
          </a:p>
          <a:p>
            <a:pPr defTabSz="914400">
              <a:lnSpc>
                <a:spcPct val="90000"/>
              </a:lnSpc>
              <a:spcBef>
                <a:spcPts val="624"/>
              </a:spcBef>
              <a:spcAft>
                <a:spcPts val="425"/>
              </a:spcAft>
              <a:tabLst>
                <a:tab algn="l" pos="0"/>
              </a:tabLst>
            </a:pPr>
            <a:endParaRPr b="0" lang="en-US" sz="1800" strike="noStrike" u="none">
              <a:solidFill>
                <a:srgbClr val="000000"/>
              </a:solidFill>
              <a:uFillTx/>
              <a:latin typeface="Arial"/>
            </a:endParaRPr>
          </a:p>
          <a:p>
            <a:pPr defTabSz="914400">
              <a:lnSpc>
                <a:spcPct val="90000"/>
              </a:lnSpc>
              <a:spcBef>
                <a:spcPts val="434"/>
              </a:spcBef>
              <a:tabLst>
                <a:tab algn="l" pos="0"/>
              </a:tabLst>
            </a:pP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6824160" y="136440"/>
            <a:ext cx="473076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Data SET</a:t>
            </a:r>
            <a:endParaRPr b="0" lang="en-US" sz="3200" strike="noStrike" u="none">
              <a:solidFill>
                <a:srgbClr val="000000"/>
              </a:solidFill>
              <a:uFillTx/>
              <a:latin typeface="Arial"/>
            </a:endParaRPr>
          </a:p>
        </p:txBody>
      </p:sp>
      <p:sp>
        <p:nvSpPr>
          <p:cNvPr id="173" name="PlaceHolder 2"/>
          <p:cNvSpPr>
            <a:spLocks noGrp="1"/>
          </p:cNvSpPr>
          <p:nvPr>
            <p:ph/>
          </p:nvPr>
        </p:nvSpPr>
        <p:spPr>
          <a:xfrm>
            <a:off x="2743200" y="1132200"/>
            <a:ext cx="87274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1" lang="en-US" sz="1800" strike="noStrike" u="none">
                <a:solidFill>
                  <a:srgbClr val="3b3b3b"/>
                </a:solidFill>
                <a:uFillTx/>
                <a:latin typeface="Tenorite"/>
              </a:rPr>
              <a:t>Training Set</a:t>
            </a:r>
            <a:r>
              <a:rPr b="0" lang="en-US" sz="1800" strike="noStrike" u="none">
                <a:solidFill>
                  <a:srgbClr val="3b3b3b"/>
                </a:solidFill>
                <a:uFillTx/>
                <a:latin typeface="Tenorite"/>
              </a:rPr>
              <a:t>: The dataset that we feed our model to learn potential underlying patterns and relationships.</a:t>
            </a:r>
            <a:br>
              <a:rPr sz="1800"/>
            </a:br>
            <a:br>
              <a:rPr sz="1800"/>
            </a:br>
            <a:r>
              <a:rPr b="1" lang="en-US" sz="1800" strike="noStrike" u="none">
                <a:solidFill>
                  <a:srgbClr val="3b3b3b"/>
                </a:solidFill>
                <a:uFillTx/>
                <a:latin typeface="Tenorite"/>
              </a:rPr>
              <a:t>Validation Set</a:t>
            </a:r>
            <a:r>
              <a:rPr b="0" lang="en-US" sz="1800" strike="noStrike" u="none">
                <a:solidFill>
                  <a:srgbClr val="3b3b3b"/>
                </a:solidFill>
                <a:uFillTx/>
                <a:latin typeface="Tenorite"/>
              </a:rPr>
              <a:t>: The dataset that we use to understand our model's performance across different model types and hyperparameter choices. It is used for evaluation during training. </a:t>
            </a:r>
            <a:br>
              <a:rPr sz="1800"/>
            </a:br>
            <a:br>
              <a:rPr sz="1800"/>
            </a:br>
            <a:r>
              <a:rPr b="1" lang="en-US" sz="1800" strike="noStrike" u="none">
                <a:solidFill>
                  <a:srgbClr val="3b3b3b"/>
                </a:solidFill>
                <a:uFillTx/>
                <a:latin typeface="Tenorite"/>
              </a:rPr>
              <a:t>Test Set</a:t>
            </a:r>
            <a:r>
              <a:rPr b="0" lang="en-US" sz="1800" strike="noStrike" u="none">
                <a:solidFill>
                  <a:srgbClr val="3b3b3b"/>
                </a:solidFill>
                <a:uFillTx/>
                <a:latin typeface="Tenorite"/>
              </a:rPr>
              <a:t>: The dataset that we use to approximate our model's unbiased accuracy in the wild.</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r>
              <a:rPr b="1" lang="en-US" sz="1800" strike="noStrike" u="none">
                <a:solidFill>
                  <a:srgbClr val="3b3b3b"/>
                </a:solidFill>
                <a:uFillTx/>
                <a:latin typeface="Tenorite"/>
              </a:rPr>
              <a:t>Typical Data splits</a:t>
            </a:r>
            <a:r>
              <a:rPr b="0" lang="en-US" sz="1800" strike="noStrike" u="none">
                <a:solidFill>
                  <a:srgbClr val="3b3b3b"/>
                </a:solidFill>
                <a:uFillTx/>
                <a:latin typeface="Tenorite"/>
              </a:rPr>
              <a:t>: Training set (60-80 %), Validation (10-20%), Test (10-20%)</a:t>
            </a: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74" name="PlaceHolder 3"/>
          <p:cNvSpPr>
            <a:spLocks noGrp="1"/>
          </p:cNvSpPr>
          <p:nvPr>
            <p:ph type="sldNum" idx="70"/>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D6E5E03D-AEC7-4502-BA39-FAC99A2042D8}"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75" name="Picture 7" descr="A group of dogs and cats&#10;&#10;Description automatically generated"/>
          <p:cNvPicPr/>
          <p:nvPr/>
        </p:nvPicPr>
        <p:blipFill>
          <a:blip r:embed="rId1"/>
          <a:stretch/>
        </p:blipFill>
        <p:spPr>
          <a:xfrm>
            <a:off x="3556800" y="4573800"/>
            <a:ext cx="6425280" cy="19994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4114800" y="136440"/>
            <a:ext cx="744012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Two Popular Learning models</a:t>
            </a:r>
            <a:endParaRPr b="0" lang="en-US" sz="3200" strike="noStrike" u="none">
              <a:solidFill>
                <a:srgbClr val="000000"/>
              </a:solidFill>
              <a:uFillTx/>
              <a:latin typeface="Arial"/>
            </a:endParaRPr>
          </a:p>
        </p:txBody>
      </p:sp>
      <p:sp>
        <p:nvSpPr>
          <p:cNvPr id="177"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fontScale="92500" lnSpcReduction="9999"/>
          </a:bodyPr>
          <a:p>
            <a:pPr indent="0" defTabSz="914400">
              <a:lnSpc>
                <a:spcPct val="100000"/>
              </a:lnSpc>
              <a:spcBef>
                <a:spcPts val="1001"/>
              </a:spcBef>
              <a:buNone/>
              <a:tabLst>
                <a:tab algn="l" pos="0"/>
              </a:tabLst>
            </a:pPr>
            <a:r>
              <a:rPr b="0" lang="en-US" sz="2300" spc="150" strike="noStrike" u="none">
                <a:solidFill>
                  <a:srgbClr val="05192d"/>
                </a:solidFill>
                <a:uFillTx/>
                <a:latin typeface="Tenorite"/>
              </a:rPr>
              <a:t>Support vector machines (SVM) </a:t>
            </a: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r>
              <a:rPr b="0" lang="en-US" sz="2300" spc="150" strike="noStrike" u="none">
                <a:solidFill>
                  <a:srgbClr val="05192d"/>
                </a:solidFill>
                <a:uFillTx/>
                <a:latin typeface="Tenorite"/>
              </a:rPr>
              <a:t>Random forests (RF).</a:t>
            </a: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r>
              <a:rPr b="1" lang="en-US" sz="2300" spc="150" strike="noStrike" u="none">
                <a:solidFill>
                  <a:srgbClr val="05192d"/>
                </a:solidFill>
                <a:uFillTx/>
                <a:latin typeface="Tenorite"/>
              </a:rPr>
              <a:t>Support Vector Machine: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Support Vector Machine” (</a:t>
            </a:r>
            <a:r>
              <a:rPr b="0" lang="en-US" sz="2300" spc="150" strike="noStrike" u="sng">
                <a:solidFill>
                  <a:srgbClr val="0563c1"/>
                </a:solidFill>
                <a:uFillTx/>
                <a:latin typeface="Tenorite"/>
                <a:hlinkClick r:id="rId1"/>
              </a:rPr>
              <a:t>SVM</a:t>
            </a:r>
            <a:r>
              <a:rPr b="0" lang="en-US" sz="2300" spc="150" strike="noStrike" u="none">
                <a:solidFill>
                  <a:srgbClr val="05192d"/>
                </a:solidFill>
                <a:uFillTx/>
                <a:latin typeface="Tenorite"/>
              </a:rPr>
              <a:t>) is a supervised learning machine learning algorithm that can be used for both classification or regression challenges.</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Plot each data item as a point in n-dimensional space (where n is the number of features you have).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Perform classification by finding the optimal boundary (hyper-plane) that differentiates the two classes very well (look at the below snapshot).</a:t>
            </a:r>
            <a:endParaRPr b="0" lang="en-US" sz="23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78" name="PlaceHolder 3"/>
          <p:cNvSpPr>
            <a:spLocks noGrp="1"/>
          </p:cNvSpPr>
          <p:nvPr>
            <p:ph type="sldNum" idx="71"/>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723ACB3F-3F78-49CF-91F0-E02CBF0FF9B6}"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79" name="Picture 4" descr="A diagram of a graph&#10;&#10;Description automatically generated"/>
          <p:cNvPicPr/>
          <p:nvPr/>
        </p:nvPicPr>
        <p:blipFill>
          <a:blip r:embed="rId2"/>
          <a:stretch/>
        </p:blipFill>
        <p:spPr>
          <a:xfrm>
            <a:off x="338760" y="3628800"/>
            <a:ext cx="4197240" cy="2726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3657600" y="136440"/>
            <a:ext cx="789732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Two Popular Learning models</a:t>
            </a:r>
            <a:endParaRPr b="0" lang="en-US" sz="3200" strike="noStrike" u="none">
              <a:solidFill>
                <a:srgbClr val="000000"/>
              </a:solidFill>
              <a:uFillTx/>
              <a:latin typeface="Arial"/>
            </a:endParaRPr>
          </a:p>
        </p:txBody>
      </p:sp>
      <p:sp>
        <p:nvSpPr>
          <p:cNvPr id="181"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2300" spc="150" strike="noStrike" u="none">
                <a:solidFill>
                  <a:srgbClr val="05192d"/>
                </a:solidFill>
                <a:uFillTx/>
                <a:latin typeface="Tenorite"/>
              </a:rPr>
              <a:t>Support vector machines (SVM) </a:t>
            </a:r>
            <a:endParaRPr b="0" lang="en-US" sz="23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182" name="PlaceHolder 3"/>
          <p:cNvSpPr>
            <a:spLocks noGrp="1"/>
          </p:cNvSpPr>
          <p:nvPr>
            <p:ph type="sldNum" idx="72"/>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B1CBA835-6A21-497D-BDCA-81740FEBF668}"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83" name="Picture 5" descr="A close-up of blue dots&#10;&#10;Description automatically generated"/>
          <p:cNvPicPr/>
          <p:nvPr/>
        </p:nvPicPr>
        <p:blipFill>
          <a:blip r:embed="rId1"/>
          <a:stretch/>
        </p:blipFill>
        <p:spPr>
          <a:xfrm>
            <a:off x="5522760" y="1751760"/>
            <a:ext cx="4130280" cy="2111040"/>
          </a:xfrm>
          <a:prstGeom prst="rect">
            <a:avLst/>
          </a:prstGeom>
          <a:noFill/>
          <a:ln w="0">
            <a:noFill/>
          </a:ln>
        </p:spPr>
      </p:pic>
      <p:pic>
        <p:nvPicPr>
          <p:cNvPr id="184" name="Picture 8" descr="A long metal bar with blue dots and arrows&#10;&#10;Description automatically generated"/>
          <p:cNvPicPr/>
          <p:nvPr/>
        </p:nvPicPr>
        <p:blipFill>
          <a:blip r:embed="rId2"/>
          <a:stretch/>
        </p:blipFill>
        <p:spPr>
          <a:xfrm>
            <a:off x="5522760" y="4227120"/>
            <a:ext cx="4349880" cy="2277720"/>
          </a:xfrm>
          <a:prstGeom prst="rect">
            <a:avLst/>
          </a:prstGeom>
          <a:noFill/>
          <a:ln w="0">
            <a:noFill/>
          </a:ln>
        </p:spPr>
      </p:pic>
      <p:sp>
        <p:nvSpPr>
          <p:cNvPr id="185" name=""/>
          <p:cNvSpPr/>
          <p:nvPr/>
        </p:nvSpPr>
        <p:spPr>
          <a:xfrm>
            <a:off x="433080" y="4800600"/>
            <a:ext cx="4824360" cy="160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100" strike="noStrike" u="none">
                <a:solidFill>
                  <a:srgbClr val="000000"/>
                </a:solidFill>
                <a:uFillTx/>
                <a:latin typeface="Arial"/>
              </a:rPr>
              <a:t>SVM tries to maximize the distance between the two groups to create a decision boundary that’s as far as possible from both classes.</a:t>
            </a:r>
            <a:endParaRPr b="0" lang="en-US" sz="21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6188760" y="-526320"/>
            <a:ext cx="561060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SVM classifiers</a:t>
            </a:r>
            <a:endParaRPr b="0" lang="en-US" sz="2800" strike="noStrike" u="none">
              <a:solidFill>
                <a:srgbClr val="000000"/>
              </a:solidFill>
              <a:uFillTx/>
              <a:latin typeface="Arial"/>
            </a:endParaRPr>
          </a:p>
        </p:txBody>
      </p:sp>
      <p:sp>
        <p:nvSpPr>
          <p:cNvPr id="187" name="PlaceHolder 2"/>
          <p:cNvSpPr>
            <a:spLocks noGrp="1"/>
          </p:cNvSpPr>
          <p:nvPr>
            <p:ph/>
          </p:nvPr>
        </p:nvSpPr>
        <p:spPr>
          <a:xfrm>
            <a:off x="393120" y="1627560"/>
            <a:ext cx="641880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150" strike="noStrike" u="none">
                <a:solidFill>
                  <a:srgbClr val="05192d"/>
                </a:solidFill>
                <a:uFillTx/>
                <a:latin typeface="Tenorite"/>
              </a:rPr>
              <a:t>Linear SVMs: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Linear SVMs are used with linearly separable data.</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This means that the data do not need to undergo any transformations to separate the data into different classes.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wx + b = 0</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rgbClr val="05192d"/>
                </a:solidFill>
                <a:uFillTx/>
                <a:latin typeface="Tenorite"/>
              </a:rPr>
              <a:t>Nonlinear SVMs: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Nonlinear SVM (Support Vector Machine) is necessary when the data cannot be effectively separated by a linear decision boundary in the original feature space. </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Nonlinear SVM addresses this limitation by utilizing kernel functions to map the data into a higher-dimensional space </a:t>
            </a:r>
            <a:endParaRPr b="0" lang="en-US" sz="1800" strike="noStrike" u="none">
              <a:solidFill>
                <a:srgbClr val="000000"/>
              </a:solidFill>
              <a:uFillTx/>
              <a:latin typeface="Arial"/>
            </a:endParaRPr>
          </a:p>
        </p:txBody>
      </p:sp>
      <p:sp>
        <p:nvSpPr>
          <p:cNvPr id="188" name="PlaceHolder 3"/>
          <p:cNvSpPr>
            <a:spLocks noGrp="1"/>
          </p:cNvSpPr>
          <p:nvPr>
            <p:ph type="sldNum" idx="73"/>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C1543FE9-D3C5-46C8-AE02-0926734D7C70}"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89" name="Picture 4" descr="A diagram of a graph&#10;&#10;Description automatically generated"/>
          <p:cNvPicPr/>
          <p:nvPr/>
        </p:nvPicPr>
        <p:blipFill>
          <a:blip r:embed="rId1"/>
          <a:stretch/>
        </p:blipFill>
        <p:spPr>
          <a:xfrm>
            <a:off x="7671600" y="4434840"/>
            <a:ext cx="3839400" cy="2062800"/>
          </a:xfrm>
          <a:prstGeom prst="rect">
            <a:avLst/>
          </a:prstGeom>
          <a:noFill/>
          <a:ln w="0">
            <a:noFill/>
          </a:ln>
        </p:spPr>
      </p:pic>
      <p:pic>
        <p:nvPicPr>
          <p:cNvPr id="190" name="Picture 6" descr="A diagram of a plane&#10;&#10;Description automatically generated"/>
          <p:cNvPicPr/>
          <p:nvPr/>
        </p:nvPicPr>
        <p:blipFill>
          <a:blip r:embed="rId2"/>
          <a:stretch/>
        </p:blipFill>
        <p:spPr>
          <a:xfrm>
            <a:off x="7484040" y="1890720"/>
            <a:ext cx="3453840" cy="20102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SVM classifiers</a:t>
            </a:r>
            <a:endParaRPr b="0" lang="en-US" sz="2800" strike="noStrike" u="none">
              <a:solidFill>
                <a:srgbClr val="000000"/>
              </a:solidFill>
              <a:uFillTx/>
              <a:latin typeface="Arial"/>
            </a:endParaRPr>
          </a:p>
        </p:txBody>
      </p:sp>
      <p:sp>
        <p:nvSpPr>
          <p:cNvPr id="192"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150" strike="noStrike" u="none">
                <a:solidFill>
                  <a:srgbClr val="05192d"/>
                </a:solidFill>
                <a:uFillTx/>
                <a:latin typeface="Tenorite"/>
              </a:rPr>
              <a:t>Kernel Function:</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600" spc="150" strike="noStrike" u="none">
                <a:solidFill>
                  <a:srgbClr val="273239"/>
                </a:solidFill>
                <a:uFillTx/>
                <a:latin typeface="Nunito"/>
              </a:rPr>
              <a:t>Kernel Function generally transforms the training set of data so that a non-linear decision surface is able to transform to a linear equation in a higher number of dimension spaces. </a:t>
            </a:r>
            <a:endParaRPr b="0" lang="en-US" sz="16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1" lang="en-US" sz="1800" spc="150" strike="noStrike" u="none">
                <a:solidFill>
                  <a:srgbClr val="05192d"/>
                </a:solidFill>
                <a:uFillTx/>
                <a:latin typeface="Tenorite"/>
              </a:rPr>
              <a:t>Radial Basis Function (RBF): </a:t>
            </a:r>
            <a:r>
              <a:rPr b="0" lang="en-US" sz="1800" spc="150" strike="noStrike" u="none">
                <a:solidFill>
                  <a:srgbClr val="05192d"/>
                </a:solidFill>
                <a:uFillTx/>
                <a:latin typeface="Tenorite"/>
              </a:rPr>
              <a:t>A popular and versatile kernel function that works well for various data types. It effectively maps data points to a high-dimensional space suitable for non-linear separation. Its a good default choice. </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1" lang="en-US" sz="1800" spc="150" strike="noStrike" u="none">
                <a:solidFill>
                  <a:srgbClr val="05192d"/>
                </a:solidFill>
                <a:uFillTx/>
                <a:latin typeface="Tenorite"/>
              </a:rPr>
              <a:t>Polynomial Kernel: </a:t>
            </a:r>
            <a:r>
              <a:rPr b="0" lang="en-US" sz="1800" spc="150" strike="noStrike" u="none">
                <a:solidFill>
                  <a:srgbClr val="05192d"/>
                </a:solidFill>
                <a:uFillTx/>
                <a:latin typeface="Tenorite"/>
              </a:rPr>
              <a:t>This kernel raises the input data points to a certain power, essentially creating new features based on interactions between existing features. The choice of the power parameter determines the complexity of the non-linear mapping.</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1" lang="en-US" sz="1800" spc="150" strike="noStrike" u="none">
                <a:solidFill>
                  <a:srgbClr val="05192d"/>
                </a:solidFill>
                <a:uFillTx/>
                <a:latin typeface="Tenorite"/>
              </a:rPr>
              <a:t>Sigmoid Kernel: </a:t>
            </a:r>
            <a:r>
              <a:rPr b="0" lang="en-US" sz="1800" spc="150" strike="noStrike" u="none">
                <a:solidFill>
                  <a:srgbClr val="05192d"/>
                </a:solidFill>
                <a:uFillTx/>
                <a:latin typeface="Tenorite"/>
              </a:rPr>
              <a:t>Another option for non-linear mapping, but it can suffer from numerical issues in some cases.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193" name="PlaceHolder 3"/>
          <p:cNvSpPr>
            <a:spLocks noGrp="1"/>
          </p:cNvSpPr>
          <p:nvPr>
            <p:ph type="sldNum" idx="74"/>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D3CF1F5C-42E7-4E51-8252-B5A0B58D80CF}"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6188760" y="-526320"/>
            <a:ext cx="561060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SVM classifiers</a:t>
            </a:r>
            <a:endParaRPr b="0" lang="en-US" sz="2800" strike="noStrike" u="none">
              <a:solidFill>
                <a:srgbClr val="000000"/>
              </a:solidFill>
              <a:uFillTx/>
              <a:latin typeface="Arial"/>
            </a:endParaRPr>
          </a:p>
        </p:txBody>
      </p:sp>
      <p:sp>
        <p:nvSpPr>
          <p:cNvPr id="195" name="PlaceHolder 2"/>
          <p:cNvSpPr>
            <a:spLocks noGrp="1"/>
          </p:cNvSpPr>
          <p:nvPr>
            <p:ph/>
          </p:nvPr>
        </p:nvSpPr>
        <p:spPr>
          <a:xfrm>
            <a:off x="391320" y="799200"/>
            <a:ext cx="641880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150" strike="noStrike" u="none">
                <a:solidFill>
                  <a:srgbClr val="05192d"/>
                </a:solidFill>
                <a:uFillTx/>
                <a:latin typeface="Tenorite"/>
              </a:rPr>
              <a:t>Linear SVM (Example)</a:t>
            </a:r>
            <a:endParaRPr b="0" lang="en-US" sz="1800" strike="noStrike" u="none">
              <a:solidFill>
                <a:srgbClr val="000000"/>
              </a:solidFill>
              <a:uFillTx/>
              <a:latin typeface="Arial"/>
            </a:endParaRPr>
          </a:p>
          <a:p>
            <a:pPr lvl="1" marL="685800" indent="-228600" defTabSz="914400">
              <a:lnSpc>
                <a:spcPct val="90000"/>
              </a:lnSpc>
              <a:spcBef>
                <a:spcPts val="499"/>
              </a:spcBef>
              <a:buClr>
                <a:srgbClr val="05192d"/>
              </a:buClr>
              <a:buFont typeface="Arial"/>
              <a:buChar char="•"/>
              <a:tabLst>
                <a:tab algn="l" pos="0"/>
              </a:tabLst>
            </a:pPr>
            <a:r>
              <a:rPr b="0" lang="en-US" sz="2200" strike="noStrike" u="none">
                <a:solidFill>
                  <a:srgbClr val="05192d"/>
                </a:solidFill>
                <a:uFillTx/>
                <a:latin typeface="Tenorite"/>
              </a:rPr>
              <a:t>Classify cupcakes and muffins</a:t>
            </a:r>
            <a:endParaRPr b="0" lang="en-US" sz="2200" strike="noStrike" u="none">
              <a:solidFill>
                <a:srgbClr val="000000"/>
              </a:solidFill>
              <a:uFillTx/>
              <a:latin typeface="Arial"/>
            </a:endParaRPr>
          </a:p>
          <a:p>
            <a:pPr indent="0" defTabSz="914400">
              <a:lnSpc>
                <a:spcPct val="90000"/>
              </a:lnSpc>
              <a:spcBef>
                <a:spcPts val="1001"/>
              </a:spcBef>
              <a:buNone/>
              <a:tabLst>
                <a:tab algn="l" pos="0"/>
              </a:tabLst>
            </a:pPr>
            <a:r>
              <a:rPr b="0" lang="en-US" sz="1800" spc="150" strike="noStrike" u="none">
                <a:solidFill>
                  <a:srgbClr val="05192d"/>
                </a:solidFill>
                <a:uFillTx/>
                <a:latin typeface="Tenorite"/>
              </a:rPr>
              <a:t>Steps:</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0" lang="en-US" sz="1800" spc="150" strike="noStrike" u="none">
                <a:solidFill>
                  <a:srgbClr val="05192d"/>
                </a:solidFill>
                <a:uFillTx/>
                <a:latin typeface="Tenorite"/>
              </a:rPr>
              <a:t>Find the data</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0" lang="en-US" sz="1800" spc="150" strike="noStrike" u="none">
                <a:solidFill>
                  <a:srgbClr val="05192d"/>
                </a:solidFill>
                <a:uFillTx/>
                <a:latin typeface="Tenorite"/>
              </a:rPr>
              <a:t>Apply data science model</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rabicPeriod"/>
              <a:tabLst>
                <a:tab algn="l" pos="0"/>
              </a:tabLst>
            </a:pPr>
            <a:r>
              <a:rPr b="0" lang="en-US" sz="1800" spc="150" strike="noStrike" u="none">
                <a:solidFill>
                  <a:srgbClr val="05192d"/>
                </a:solidFill>
                <a:uFillTx/>
                <a:latin typeface="Tenorite"/>
              </a:rPr>
              <a:t>Review results</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rgbClr val="05192d"/>
                </a:solidFill>
                <a:uFillTx/>
                <a:latin typeface="Tenorite"/>
              </a:rPr>
              <a:t>1. Find the data</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196" name="PlaceHolder 3"/>
          <p:cNvSpPr>
            <a:spLocks noGrp="1"/>
          </p:cNvSpPr>
          <p:nvPr>
            <p:ph type="sldNum" idx="75"/>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566796E1-0B9C-4221-B6FC-931BC38ED005}"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197" name="Picture 5" descr="A screenshot of a computer screen&#10;&#10;Description automatically generated"/>
          <p:cNvPicPr/>
          <p:nvPr/>
        </p:nvPicPr>
        <p:blipFill>
          <a:blip r:embed="rId1"/>
          <a:stretch/>
        </p:blipFill>
        <p:spPr>
          <a:xfrm>
            <a:off x="752760" y="4233600"/>
            <a:ext cx="5434920" cy="2304000"/>
          </a:xfrm>
          <a:prstGeom prst="rect">
            <a:avLst/>
          </a:prstGeom>
          <a:noFill/>
          <a:ln w="0">
            <a:noFill/>
          </a:ln>
        </p:spPr>
      </p:pic>
      <p:sp>
        <p:nvSpPr>
          <p:cNvPr id="198" name="Content Placeholder 2"/>
          <p:cNvSpPr/>
          <p:nvPr/>
        </p:nvSpPr>
        <p:spPr>
          <a:xfrm>
            <a:off x="6550200" y="2124720"/>
            <a:ext cx="6418800" cy="7314120"/>
          </a:xfrm>
          <a:prstGeom prst="rect">
            <a:avLst/>
          </a:prstGeom>
          <a:noFill/>
          <a:ln w="0">
            <a:noFill/>
          </a:ln>
        </p:spPr>
        <p:style>
          <a:lnRef idx="0"/>
          <a:fillRef idx="0"/>
          <a:effectRef idx="0"/>
          <a:fontRef idx="minor"/>
        </p:style>
        <p:txBody>
          <a:bodyPr lIns="90000" rIns="90000" tIns="45000" bIns="45000" anchor="t">
            <a:normAutofit/>
          </a:bodyPr>
          <a:p>
            <a:pPr defTabSz="914400">
              <a:lnSpc>
                <a:spcPct val="90000"/>
              </a:lnSpc>
              <a:spcBef>
                <a:spcPts val="1001"/>
              </a:spcBef>
              <a:tabLst>
                <a:tab algn="l" pos="0"/>
              </a:tabLst>
            </a:pPr>
            <a:r>
              <a:rPr b="1" lang="en-US" sz="1800" spc="150" strike="noStrike" u="none">
                <a:solidFill>
                  <a:srgbClr val="05192d"/>
                </a:solidFill>
                <a:uFillTx/>
                <a:latin typeface="Tenorite"/>
              </a:rPr>
              <a:t>2. Apply data model</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Import Libraries (pandas, numpy, sklearn)</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Import Data</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Prepare the data (sugar and butter features)</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Fit the Model (kernel = Linear)</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Visualize Results</a:t>
            </a:r>
            <a:endParaRPr b="0" lang="en-US" sz="1800" strike="noStrike" u="none">
              <a:solidFill>
                <a:srgbClr val="000000"/>
              </a:solidFill>
              <a:uFillTx/>
              <a:latin typeface="Arial"/>
            </a:endParaRPr>
          </a:p>
          <a:p>
            <a:pPr marL="343080" indent="-343080" defTabSz="914400">
              <a:lnSpc>
                <a:spcPct val="90000"/>
              </a:lnSpc>
              <a:spcBef>
                <a:spcPts val="1001"/>
              </a:spcBef>
              <a:buClr>
                <a:srgbClr val="05192d"/>
              </a:buClr>
              <a:buFont typeface="Tenorite"/>
              <a:buAutoNum type="alphaLcPeriod"/>
              <a:tabLst>
                <a:tab algn="l" pos="0"/>
              </a:tabLst>
            </a:pPr>
            <a:r>
              <a:rPr b="0" lang="en-US" sz="1800" spc="150" strike="noStrike" u="none">
                <a:solidFill>
                  <a:srgbClr val="05192d"/>
                </a:solidFill>
                <a:uFillTx/>
                <a:latin typeface="Tenorite"/>
              </a:rPr>
              <a:t>Predict new case</a:t>
            </a:r>
            <a:endParaRPr b="0" lang="en-US" sz="1800" strike="noStrike" u="none">
              <a:solidFill>
                <a:srgbClr val="000000"/>
              </a:solidFill>
              <a:uFillTx/>
              <a:latin typeface="Arial"/>
            </a:endParaRPr>
          </a:p>
          <a:p>
            <a:pPr defTabSz="914400">
              <a:lnSpc>
                <a:spcPct val="90000"/>
              </a:lnSpc>
              <a:spcBef>
                <a:spcPts val="1001"/>
              </a:spcBef>
              <a:tabLst>
                <a:tab algn="l" pos="0"/>
              </a:tabLst>
            </a:pP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6188760" y="-526320"/>
            <a:ext cx="561060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SVM classifiers</a:t>
            </a:r>
            <a:endParaRPr b="0" lang="en-US" sz="2800" strike="noStrike" u="none">
              <a:solidFill>
                <a:srgbClr val="000000"/>
              </a:solidFill>
              <a:uFillTx/>
              <a:latin typeface="Arial"/>
            </a:endParaRPr>
          </a:p>
        </p:txBody>
      </p:sp>
      <p:sp>
        <p:nvSpPr>
          <p:cNvPr id="200" name="PlaceHolder 2"/>
          <p:cNvSpPr>
            <a:spLocks noGrp="1"/>
          </p:cNvSpPr>
          <p:nvPr>
            <p:ph/>
          </p:nvPr>
        </p:nvSpPr>
        <p:spPr>
          <a:xfrm>
            <a:off x="391320" y="799200"/>
            <a:ext cx="641880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150" strike="noStrike" u="none">
                <a:solidFill>
                  <a:srgbClr val="05192d"/>
                </a:solidFill>
                <a:uFillTx/>
                <a:latin typeface="Tenorite"/>
              </a:rPr>
              <a:t>Linear SVM (Example)</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p:txBody>
      </p:sp>
      <p:sp>
        <p:nvSpPr>
          <p:cNvPr id="201" name="PlaceHolder 3"/>
          <p:cNvSpPr>
            <a:spLocks noGrp="1"/>
          </p:cNvSpPr>
          <p:nvPr>
            <p:ph type="sldNum" idx="76"/>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825B50C1-AE4A-4744-9B86-09A1304F9F8E}"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02" name="Picture 4" descr="A diagram of different types of cupcakes&#10;&#10;Description automatically generated"/>
          <p:cNvPicPr/>
          <p:nvPr/>
        </p:nvPicPr>
        <p:blipFill>
          <a:blip r:embed="rId1"/>
          <a:stretch/>
        </p:blipFill>
        <p:spPr>
          <a:xfrm>
            <a:off x="1787400" y="1877760"/>
            <a:ext cx="8616240" cy="38408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SVM classifiers</a:t>
            </a:r>
            <a:endParaRPr b="0" lang="en-US" sz="2800" strike="noStrike" u="none">
              <a:solidFill>
                <a:srgbClr val="000000"/>
              </a:solidFill>
              <a:uFillTx/>
              <a:latin typeface="Arial"/>
            </a:endParaRPr>
          </a:p>
        </p:txBody>
      </p:sp>
      <p:sp>
        <p:nvSpPr>
          <p:cNvPr id="204" name="PlaceHolder 2"/>
          <p:cNvSpPr>
            <a:spLocks noGrp="1"/>
          </p:cNvSpPr>
          <p:nvPr>
            <p:ph type="sldNum" idx="77"/>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A1813522-A93A-4AA7-9618-0EE137FCA6AA}"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05" name="Picture 4" descr="A screenshot of a computer&#10;&#10;Description automatically generated"/>
          <p:cNvPicPr/>
          <p:nvPr/>
        </p:nvPicPr>
        <p:blipFill>
          <a:blip r:embed="rId1"/>
          <a:stretch/>
        </p:blipFill>
        <p:spPr>
          <a:xfrm>
            <a:off x="3129840" y="933480"/>
            <a:ext cx="8672400" cy="35352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6095880" y="136440"/>
            <a:ext cx="545904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Random Forest</a:t>
            </a:r>
            <a:endParaRPr b="0" lang="en-US" sz="3200" strike="noStrike" u="none">
              <a:solidFill>
                <a:srgbClr val="000000"/>
              </a:solidFill>
              <a:uFillTx/>
              <a:latin typeface="Arial"/>
            </a:endParaRPr>
          </a:p>
        </p:txBody>
      </p:sp>
      <p:sp>
        <p:nvSpPr>
          <p:cNvPr id="207"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marL="343080" indent="-343080" defTabSz="914400">
              <a:lnSpc>
                <a:spcPct val="100000"/>
              </a:lnSpc>
              <a:spcBef>
                <a:spcPts val="1001"/>
              </a:spcBef>
              <a:buClr>
                <a:srgbClr val="05192d"/>
              </a:buClr>
              <a:buFont typeface="Arial"/>
              <a:buChar char="•"/>
            </a:pPr>
            <a:r>
              <a:rPr b="0" lang="en-US" sz="2000" spc="150" strike="noStrike" u="none">
                <a:solidFill>
                  <a:srgbClr val="05192d"/>
                </a:solidFill>
                <a:uFillTx/>
                <a:latin typeface="Tenorite"/>
              </a:rPr>
              <a:t>The Random Forest Algorithm is a supervised machine learning algorithm.</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000" spc="150" strike="noStrike" u="none">
                <a:solidFill>
                  <a:srgbClr val="05192d"/>
                </a:solidFill>
                <a:uFillTx/>
                <a:latin typeface="Tenorite"/>
              </a:rPr>
              <a:t>It is used for Classification and Regression problems in Machine Learning.</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000" spc="150" strike="noStrike" u="none">
                <a:solidFill>
                  <a:srgbClr val="05192d"/>
                </a:solidFill>
                <a:uFillTx/>
                <a:latin typeface="Tenorite"/>
              </a:rPr>
              <a:t>It constructs an ensemble of decision-tree classifiers and uses random selection to create multiple forests from which the final prediction is made.</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000" spc="150" strike="noStrike" u="none">
                <a:solidFill>
                  <a:srgbClr val="05192d"/>
                </a:solidFill>
                <a:uFillTx/>
                <a:latin typeface="Tenorite"/>
              </a:rPr>
              <a:t>The more trees, the more it will be robust.</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000" spc="150" strike="noStrike" u="none">
                <a:solidFill>
                  <a:srgbClr val="05192d"/>
                </a:solidFill>
                <a:uFillTx/>
                <a:latin typeface="Tenorite"/>
              </a:rPr>
              <a:t>It can handle the data set containing </a:t>
            </a:r>
            <a:r>
              <a:rPr b="1" i="1" lang="en-US" sz="2000" spc="150" strike="noStrike" u="none">
                <a:solidFill>
                  <a:srgbClr val="05192d"/>
                </a:solidFill>
                <a:uFillTx/>
                <a:latin typeface="Tenorite"/>
              </a:rPr>
              <a:t>continuous variables</a:t>
            </a:r>
            <a:r>
              <a:rPr b="0" lang="en-US" sz="2000" spc="150" strike="noStrike" u="none">
                <a:solidFill>
                  <a:srgbClr val="05192d"/>
                </a:solidFill>
                <a:uFillTx/>
                <a:latin typeface="Tenorite"/>
              </a:rPr>
              <a:t>, as in the case of regression, and </a:t>
            </a:r>
            <a:r>
              <a:rPr b="1" i="1" lang="en-US" sz="2000" spc="150" strike="noStrike" u="none">
                <a:solidFill>
                  <a:srgbClr val="05192d"/>
                </a:solidFill>
                <a:uFillTx/>
                <a:latin typeface="Tenorite"/>
              </a:rPr>
              <a:t>categorical variables</a:t>
            </a:r>
            <a:r>
              <a:rPr b="0" lang="en-US" sz="2000" spc="150" strike="noStrike" u="none">
                <a:solidFill>
                  <a:srgbClr val="05192d"/>
                </a:solidFill>
                <a:uFillTx/>
                <a:latin typeface="Tenorite"/>
              </a:rPr>
              <a:t>, as </a:t>
            </a:r>
            <a:r>
              <a:rPr b="0" lang="en-US" sz="2300" spc="150" strike="noStrike" u="none">
                <a:solidFill>
                  <a:srgbClr val="05192d"/>
                </a:solidFill>
                <a:uFillTx/>
                <a:latin typeface="Tenorite"/>
              </a:rPr>
              <a:t>in the case of classification.</a:t>
            </a: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endParaRPr b="0" lang="en-US" sz="32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08" name="PlaceHolder 3"/>
          <p:cNvSpPr>
            <a:spLocks noGrp="1"/>
          </p:cNvSpPr>
          <p:nvPr>
            <p:ph type="sldNum" idx="78"/>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F2BED861-32FB-44DE-A726-4229E27CECD3}"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520560" y="5030640"/>
            <a:ext cx="3848040" cy="132444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2800" spc="150" strike="noStrike" u="none" cap="all">
                <a:solidFill>
                  <a:srgbClr val="05192d"/>
                </a:solidFill>
                <a:uFillTx/>
                <a:latin typeface="Tenorite"/>
              </a:rPr>
              <a:t>Types of random Forest</a:t>
            </a:r>
            <a:endParaRPr b="0" lang="en-US" sz="2800" strike="noStrike" u="none">
              <a:solidFill>
                <a:srgbClr val="000000"/>
              </a:solidFill>
              <a:uFillTx/>
              <a:latin typeface="Arial"/>
            </a:endParaRPr>
          </a:p>
        </p:txBody>
      </p:sp>
      <p:sp>
        <p:nvSpPr>
          <p:cNvPr id="210" name="PlaceHolder 2"/>
          <p:cNvSpPr>
            <a:spLocks noGrp="1"/>
          </p:cNvSpPr>
          <p:nvPr>
            <p:ph type="sldNum" idx="79"/>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47C68F04-718B-4BB2-9832-6425B610E295}"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211" name="TextBox 3"/>
          <p:cNvSpPr/>
          <p:nvPr/>
        </p:nvSpPr>
        <p:spPr>
          <a:xfrm>
            <a:off x="4165200" y="255960"/>
            <a:ext cx="5199120" cy="496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000" spc="150" strike="noStrike" u="none">
                <a:solidFill>
                  <a:srgbClr val="05192d"/>
                </a:solidFill>
                <a:uFillTx/>
                <a:latin typeface="Tenorite"/>
              </a:rPr>
              <a:t>Bagging</a:t>
            </a:r>
            <a:endParaRPr b="0" lang="en-US" sz="2000" strike="noStrike" u="none">
              <a:solidFill>
                <a:srgbClr val="000000"/>
              </a:solidFill>
              <a:uFillTx/>
              <a:latin typeface="Arial"/>
            </a:endParaRPr>
          </a:p>
          <a:p>
            <a:pPr defTabSz="914400">
              <a:lnSpc>
                <a:spcPct val="100000"/>
              </a:lnSpc>
            </a:pPr>
            <a:r>
              <a:rPr b="0" lang="en-US" sz="2000" spc="150" strike="noStrike" u="none">
                <a:solidFill>
                  <a:srgbClr val="05192d"/>
                </a:solidFill>
                <a:uFillTx/>
                <a:latin typeface="Tenorite"/>
              </a:rPr>
              <a:t>It creates a different training subset from sample training data with replacement &amp; the final output is based on majority voting. For example,  Random Forest.</a:t>
            </a:r>
            <a:endParaRPr b="0" lang="en-US" sz="2000" strike="noStrike" u="none">
              <a:solidFill>
                <a:srgbClr val="000000"/>
              </a:solidFill>
              <a:uFillTx/>
              <a:latin typeface="Arial"/>
            </a:endParaRPr>
          </a:p>
          <a:p>
            <a:pPr defTabSz="914400">
              <a:lnSpc>
                <a:spcPct val="100000"/>
              </a:lnSpc>
            </a:pPr>
            <a:endParaRPr b="0" lang="en-US" sz="2000" strike="noStrike" u="none">
              <a:solidFill>
                <a:srgbClr val="000000"/>
              </a:solidFill>
              <a:uFillTx/>
              <a:latin typeface="Arial"/>
            </a:endParaRPr>
          </a:p>
          <a:p>
            <a:pPr defTabSz="914400">
              <a:lnSpc>
                <a:spcPct val="100000"/>
              </a:lnSpc>
            </a:pPr>
            <a:endParaRPr b="0" lang="en-US" sz="2000" strike="noStrike" u="none">
              <a:solidFill>
                <a:srgbClr val="000000"/>
              </a:solidFill>
              <a:uFillTx/>
              <a:latin typeface="Arial"/>
            </a:endParaRPr>
          </a:p>
          <a:p>
            <a:pPr defTabSz="914400">
              <a:lnSpc>
                <a:spcPct val="100000"/>
              </a:lnSpc>
            </a:pPr>
            <a:endParaRPr b="0" lang="en-US" sz="2000" strike="noStrike" u="none">
              <a:solidFill>
                <a:srgbClr val="000000"/>
              </a:solidFill>
              <a:uFillTx/>
              <a:latin typeface="Arial"/>
            </a:endParaRPr>
          </a:p>
          <a:p>
            <a:pPr defTabSz="914400">
              <a:lnSpc>
                <a:spcPct val="100000"/>
              </a:lnSpc>
            </a:pPr>
            <a:r>
              <a:rPr b="1" lang="en-US" sz="2000" spc="150" strike="noStrike" u="none">
                <a:solidFill>
                  <a:srgbClr val="05192d"/>
                </a:solidFill>
                <a:uFillTx/>
                <a:latin typeface="Tenorite"/>
              </a:rPr>
              <a:t>Boosting</a:t>
            </a:r>
            <a:endParaRPr b="0" lang="en-US" sz="2000" strike="noStrike" u="none">
              <a:solidFill>
                <a:srgbClr val="000000"/>
              </a:solidFill>
              <a:uFillTx/>
              <a:latin typeface="Arial"/>
            </a:endParaRPr>
          </a:p>
          <a:p>
            <a:pPr defTabSz="914400">
              <a:lnSpc>
                <a:spcPct val="100000"/>
              </a:lnSpc>
            </a:pPr>
            <a:r>
              <a:rPr b="0" lang="en-US" sz="2000" spc="150" strike="noStrike" u="none">
                <a:solidFill>
                  <a:srgbClr val="05192d"/>
                </a:solidFill>
                <a:uFillTx/>
                <a:latin typeface="Tenorite"/>
              </a:rPr>
              <a:t>It combines weak learners into strong learners by creating sequential models such that the final model has the highest accuracy. For example,  ADA BOOST, XG BOOST.</a:t>
            </a:r>
            <a:endParaRPr b="0" lang="en-US" sz="2000" strike="noStrike" u="none">
              <a:solidFill>
                <a:srgbClr val="000000"/>
              </a:solidFill>
              <a:uFillTx/>
              <a:latin typeface="Arial"/>
            </a:endParaRPr>
          </a:p>
        </p:txBody>
      </p:sp>
      <p:pic>
        <p:nvPicPr>
          <p:cNvPr id="212" name="Picture 6" descr="A diagram of a machine&#10;&#10;Description automatically generated"/>
          <p:cNvPicPr/>
          <p:nvPr/>
        </p:nvPicPr>
        <p:blipFill>
          <a:blip r:embed="rId1"/>
          <a:stretch/>
        </p:blipFill>
        <p:spPr>
          <a:xfrm>
            <a:off x="9365400" y="516600"/>
            <a:ext cx="2348280" cy="2353680"/>
          </a:xfrm>
          <a:prstGeom prst="rect">
            <a:avLst/>
          </a:prstGeom>
          <a:noFill/>
          <a:ln w="0">
            <a:noFill/>
          </a:ln>
        </p:spPr>
      </p:pic>
      <p:pic>
        <p:nvPicPr>
          <p:cNvPr id="213" name="Picture 8" descr="A diagram of a machine&#10;&#10;Description automatically generated"/>
          <p:cNvPicPr/>
          <p:nvPr/>
        </p:nvPicPr>
        <p:blipFill>
          <a:blip r:embed="rId2"/>
          <a:stretch/>
        </p:blipFill>
        <p:spPr>
          <a:xfrm>
            <a:off x="9440280" y="3953160"/>
            <a:ext cx="1912320" cy="21542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095880" y="136440"/>
            <a:ext cx="545904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Regression Analysis</a:t>
            </a:r>
            <a:endParaRPr b="0" lang="en-US" sz="3200" strike="noStrike" u="none">
              <a:solidFill>
                <a:srgbClr val="000000"/>
              </a:solidFill>
              <a:uFillTx/>
              <a:latin typeface="Arial"/>
            </a:endParaRPr>
          </a:p>
        </p:txBody>
      </p:sp>
      <p:sp>
        <p:nvSpPr>
          <p:cNvPr id="215"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fontScale="77500" lnSpcReduction="19999"/>
          </a:bodyPr>
          <a:p>
            <a:pPr indent="0" defTabSz="914400">
              <a:lnSpc>
                <a:spcPct val="100000"/>
              </a:lnSpc>
              <a:spcBef>
                <a:spcPts val="1001"/>
              </a:spcBef>
              <a:buNone/>
              <a:tabLst>
                <a:tab algn="l" pos="0"/>
              </a:tabLst>
            </a:pPr>
            <a:r>
              <a:rPr b="0" lang="en-US" sz="2300" spc="150" strike="noStrike" u="none">
                <a:solidFill>
                  <a:srgbClr val="05192d"/>
                </a:solidFill>
                <a:uFillTx/>
                <a:latin typeface="Tenorite"/>
              </a:rPr>
              <a:t>Regression is a method for understanding the relationship between independent variables or features and a dependent variable or outcome.</a:t>
            </a: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r>
              <a:rPr b="0" lang="en-US" sz="2300" spc="150" strike="noStrike" u="none">
                <a:solidFill>
                  <a:srgbClr val="05192d"/>
                </a:solidFill>
                <a:uFillTx/>
                <a:latin typeface="Tenorite"/>
              </a:rPr>
              <a:t>It’s used as an approach to predict continuous outcomes in predictive modeling.</a:t>
            </a: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r>
              <a:rPr b="1" lang="en-US" sz="2300" spc="150" strike="noStrike" u="none">
                <a:solidFill>
                  <a:srgbClr val="05192d"/>
                </a:solidFill>
                <a:uFillTx/>
                <a:latin typeface="Tenorite"/>
              </a:rPr>
              <a:t>Example</a:t>
            </a:r>
            <a:r>
              <a:rPr b="0" lang="en-US" sz="2300" spc="150" strike="noStrike" u="none">
                <a:solidFill>
                  <a:srgbClr val="05192d"/>
                </a:solidFill>
                <a:uFillTx/>
                <a:latin typeface="Tenorite"/>
              </a:rPr>
              <a:t>:</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Forecasting continuous outcomes like house prices, stock prices, or sales.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Predicting the success of future retail sales or marketing campaigns to ensure resources are used effectively.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Predicting customer or user trends, such as on streaming services or e-commerce websites.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Analysing datasets to establish the relationships between variables and an output.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Predicting interest rates or stock prices from a variety of factors.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tabLst>
                <a:tab algn="l" pos="0"/>
              </a:tabLst>
            </a:pPr>
            <a:r>
              <a:rPr b="0" lang="en-US" sz="2300" spc="150" strike="noStrike" u="none">
                <a:solidFill>
                  <a:srgbClr val="05192d"/>
                </a:solidFill>
                <a:uFillTx/>
                <a:latin typeface="Tenorite"/>
              </a:rPr>
              <a:t>Creating time series visualisations</a:t>
            </a:r>
            <a:endParaRPr b="0" lang="en-US" sz="23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16" name="PlaceHolder 3"/>
          <p:cNvSpPr>
            <a:spLocks noGrp="1"/>
          </p:cNvSpPr>
          <p:nvPr>
            <p:ph type="sldNum" idx="80"/>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D3AE0683-C24B-4755-9782-9A0B8A986453}"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5313240" y="136440"/>
            <a:ext cx="624168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Types of Regression Analysis</a:t>
            </a:r>
            <a:endParaRPr b="0" lang="en-US" sz="3200" strike="noStrike" u="none">
              <a:solidFill>
                <a:srgbClr val="000000"/>
              </a:solidFill>
              <a:uFillTx/>
              <a:latin typeface="Arial"/>
            </a:endParaRPr>
          </a:p>
        </p:txBody>
      </p:sp>
      <p:sp>
        <p:nvSpPr>
          <p:cNvPr id="218"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marL="343080" indent="-343080" defTabSz="914400">
              <a:lnSpc>
                <a:spcPct val="100000"/>
              </a:lnSpc>
              <a:spcBef>
                <a:spcPts val="1001"/>
              </a:spcBef>
              <a:buClr>
                <a:srgbClr val="05192d"/>
              </a:buClr>
              <a:buFont typeface="Arial"/>
              <a:buChar char="•"/>
            </a:pPr>
            <a:r>
              <a:rPr b="0" lang="en-US" sz="2300" spc="150" strike="noStrike" u="none">
                <a:solidFill>
                  <a:srgbClr val="05192d"/>
                </a:solidFill>
                <a:uFillTx/>
                <a:latin typeface="Tenorite"/>
              </a:rPr>
              <a:t>Simple Linear Regression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300" spc="150" strike="noStrike" u="none">
                <a:solidFill>
                  <a:srgbClr val="05192d"/>
                </a:solidFill>
                <a:uFillTx/>
                <a:latin typeface="Tenorite"/>
              </a:rPr>
              <a:t>Multiple linear regression </a:t>
            </a:r>
            <a:endParaRPr b="0" lang="en-US" sz="2300" strike="noStrike" u="none">
              <a:solidFill>
                <a:srgbClr val="000000"/>
              </a:solidFill>
              <a:uFillTx/>
              <a:latin typeface="Arial"/>
            </a:endParaRPr>
          </a:p>
          <a:p>
            <a:pPr marL="343080" indent="-343080" defTabSz="914400">
              <a:lnSpc>
                <a:spcPct val="100000"/>
              </a:lnSpc>
              <a:spcBef>
                <a:spcPts val="1001"/>
              </a:spcBef>
              <a:buClr>
                <a:srgbClr val="05192d"/>
              </a:buClr>
              <a:buFont typeface="Arial"/>
              <a:buChar char="•"/>
            </a:pPr>
            <a:r>
              <a:rPr b="0" lang="en-US" sz="2300" spc="150" strike="noStrike" u="none">
                <a:solidFill>
                  <a:srgbClr val="05192d"/>
                </a:solidFill>
                <a:uFillTx/>
                <a:latin typeface="Tenorite"/>
              </a:rPr>
              <a:t>Logistic regression</a:t>
            </a:r>
            <a:endParaRPr b="0" lang="en-US" sz="2300" strike="noStrike" u="none">
              <a:solidFill>
                <a:srgbClr val="000000"/>
              </a:solidFill>
              <a:uFillTx/>
              <a:latin typeface="Arial"/>
            </a:endParaRPr>
          </a:p>
          <a:p>
            <a:pPr indent="0" defTabSz="914400">
              <a:lnSpc>
                <a:spcPct val="110000"/>
              </a:lnSpc>
              <a:spcBef>
                <a:spcPts val="1001"/>
              </a:spcBef>
              <a:buNone/>
              <a:tabLst>
                <a:tab algn="l" pos="0"/>
              </a:tabLst>
            </a:pPr>
            <a:endParaRPr b="0" lang="en-US" sz="23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19" name="PlaceHolder 3"/>
          <p:cNvSpPr>
            <a:spLocks noGrp="1"/>
          </p:cNvSpPr>
          <p:nvPr>
            <p:ph type="sldNum" idx="81"/>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91A425B3-5210-46BA-9A98-24764AE844DF}"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6266160" y="136440"/>
            <a:ext cx="528912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Linear Regression</a:t>
            </a:r>
            <a:endParaRPr b="0" lang="en-US" sz="3200" strike="noStrike" u="none">
              <a:solidFill>
                <a:srgbClr val="000000"/>
              </a:solidFill>
              <a:uFillTx/>
              <a:latin typeface="Arial"/>
            </a:endParaRPr>
          </a:p>
        </p:txBody>
      </p:sp>
      <p:sp>
        <p:nvSpPr>
          <p:cNvPr id="221"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10000"/>
              </a:lnSpc>
              <a:spcBef>
                <a:spcPts val="1001"/>
              </a:spcBef>
              <a:buNone/>
              <a:tabLst>
                <a:tab algn="l" pos="0"/>
              </a:tabLst>
            </a:pPr>
            <a:r>
              <a:rPr b="1" lang="en-US" sz="2000" spc="150" strike="noStrike" u="none">
                <a:solidFill>
                  <a:srgbClr val="05192d"/>
                </a:solidFill>
                <a:uFillTx/>
                <a:latin typeface="Tenorite"/>
              </a:rPr>
              <a:t>Simple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Linear regression shows the linear relationship between the independent variable (X-axis) and the dependent variable (Y-axis), consequently called linear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When the value of x (independent variable) increases, the value of y (dependent variable) is likewise increasing. </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The red line is referred to as the best fit straight line.</a:t>
            </a:r>
            <a:endParaRPr b="0" lang="en-US" sz="20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22" name="PlaceHolder 3"/>
          <p:cNvSpPr>
            <a:spLocks noGrp="1"/>
          </p:cNvSpPr>
          <p:nvPr>
            <p:ph type="sldNum" idx="82"/>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5614A190-F447-4C47-B9DE-6AEBD2F76321}"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23" name="Picture 4" descr="A diagram of a graph&#10;&#10;Description automatically generated"/>
          <p:cNvPicPr/>
          <p:nvPr/>
        </p:nvPicPr>
        <p:blipFill>
          <a:blip r:embed="rId1"/>
          <a:stretch/>
        </p:blipFill>
        <p:spPr>
          <a:xfrm>
            <a:off x="316440" y="3744360"/>
            <a:ext cx="3180600" cy="25833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6266160" y="136440"/>
            <a:ext cx="528912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Linear Regression</a:t>
            </a:r>
            <a:endParaRPr b="0" lang="en-US" sz="3200" strike="noStrike" u="none">
              <a:solidFill>
                <a:srgbClr val="000000"/>
              </a:solidFill>
              <a:uFillTx/>
              <a:latin typeface="Arial"/>
            </a:endParaRPr>
          </a:p>
        </p:txBody>
      </p:sp>
      <p:sp>
        <p:nvSpPr>
          <p:cNvPr id="225"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10000"/>
              </a:lnSpc>
              <a:spcBef>
                <a:spcPts val="1001"/>
              </a:spcBef>
              <a:buNone/>
              <a:tabLst>
                <a:tab algn="l" pos="0"/>
              </a:tabLst>
            </a:pPr>
            <a:r>
              <a:rPr b="1" lang="en-US" sz="2000" spc="150" strike="noStrike" u="none">
                <a:solidFill>
                  <a:srgbClr val="05192d"/>
                </a:solidFill>
                <a:uFillTx/>
                <a:latin typeface="Tenorite"/>
              </a:rPr>
              <a:t>Positive Linear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If the dependent variable expands on the Y-axis and the independent variable progress on X-axis, then such a relationship is termed a Positive linear relationship.</a:t>
            </a: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r>
              <a:rPr b="1" lang="en-US" sz="2000" spc="150" strike="noStrike" u="none">
                <a:solidFill>
                  <a:srgbClr val="05192d"/>
                </a:solidFill>
                <a:uFillTx/>
                <a:latin typeface="Tenorite"/>
              </a:rPr>
              <a:t>Negative Linear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If the dependent variable decreases on the Y-axis and the independent variable increases on the X-axis, such a relationship is called a negative linear relationship.</a:t>
            </a:r>
            <a:endParaRPr b="0" lang="en-US" sz="20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26" name="PlaceHolder 3"/>
          <p:cNvSpPr>
            <a:spLocks noGrp="1"/>
          </p:cNvSpPr>
          <p:nvPr>
            <p:ph type="sldNum" idx="83"/>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DED3D455-FBE1-41EC-ABF4-AB893E038787}"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27" name="Picture 5" descr=""/>
          <p:cNvPicPr/>
          <p:nvPr/>
        </p:nvPicPr>
        <p:blipFill>
          <a:blip r:embed="rId1"/>
          <a:stretch/>
        </p:blipFill>
        <p:spPr>
          <a:xfrm>
            <a:off x="1172880" y="1303560"/>
            <a:ext cx="2174040" cy="2096280"/>
          </a:xfrm>
          <a:prstGeom prst="rect">
            <a:avLst/>
          </a:prstGeom>
          <a:noFill/>
          <a:ln w="0">
            <a:noFill/>
          </a:ln>
        </p:spPr>
      </p:pic>
      <p:pic>
        <p:nvPicPr>
          <p:cNvPr id="228" name="Picture 8" descr="A red line with black text&#10;&#10;Description automatically generated"/>
          <p:cNvPicPr/>
          <p:nvPr/>
        </p:nvPicPr>
        <p:blipFill>
          <a:blip r:embed="rId2"/>
          <a:stretch/>
        </p:blipFill>
        <p:spPr>
          <a:xfrm>
            <a:off x="1172880" y="3851280"/>
            <a:ext cx="2174040" cy="219852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Linear Regression</a:t>
            </a:r>
            <a:endParaRPr b="0" lang="en-US" sz="2800" strike="noStrike" u="none">
              <a:solidFill>
                <a:srgbClr val="000000"/>
              </a:solidFill>
              <a:uFillTx/>
              <a:latin typeface="Arial"/>
            </a:endParaRPr>
          </a:p>
        </p:txBody>
      </p:sp>
      <p:sp>
        <p:nvSpPr>
          <p:cNvPr id="230"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800" spc="150" strike="noStrike" u="none">
                <a:solidFill>
                  <a:srgbClr val="05192d"/>
                </a:solidFill>
                <a:uFillTx/>
                <a:latin typeface="Tenorite"/>
              </a:rPr>
              <a:t>y = a + bx </a:t>
            </a:r>
            <a:r>
              <a:rPr b="1" lang="en-US" sz="1800" spc="150" strike="noStrike" u="none">
                <a:solidFill>
                  <a:srgbClr val="05192d"/>
                </a:solidFill>
                <a:uFillTx/>
                <a:latin typeface="Tenorite"/>
              </a:rPr>
              <a:t>	</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1" lang="en-US" sz="1600" spc="150" strike="noStrike" u="none">
                <a:solidFill>
                  <a:srgbClr val="383838"/>
                </a:solidFill>
                <a:uFillTx/>
                <a:latin typeface="Tenorite"/>
              </a:rPr>
              <a:t>y= Dependent Variable.</a:t>
            </a:r>
            <a:br>
              <a:rPr sz="1600"/>
            </a:br>
            <a:br>
              <a:rPr sz="1600"/>
            </a:br>
            <a:r>
              <a:rPr b="1" lang="en-US" sz="1600" spc="150" strike="noStrike" u="none">
                <a:solidFill>
                  <a:srgbClr val="383838"/>
                </a:solidFill>
                <a:uFillTx/>
                <a:latin typeface="Tenorite"/>
              </a:rPr>
              <a:t>x= Independent Variable.</a:t>
            </a:r>
            <a:br>
              <a:rPr sz="1600"/>
            </a:br>
            <a:br>
              <a:rPr sz="1600"/>
            </a:br>
            <a:r>
              <a:rPr b="1" lang="en-US" sz="1600" spc="150" strike="noStrike" u="none">
                <a:solidFill>
                  <a:schemeClr val="dk1">
                    <a:lumMod val="75000"/>
                    <a:lumOff val="25000"/>
                  </a:schemeClr>
                </a:solidFill>
                <a:uFillTx/>
                <a:latin typeface="Tenorite"/>
                <a:ea typeface="Calibri"/>
              </a:rPr>
              <a:t>a </a:t>
            </a:r>
            <a:r>
              <a:rPr b="1" lang="en-US" sz="1600" spc="150" strike="noStrike" u="none">
                <a:solidFill>
                  <a:srgbClr val="383838"/>
                </a:solidFill>
                <a:uFillTx/>
                <a:latin typeface="Tenorite"/>
                <a:ea typeface="Calibri"/>
              </a:rPr>
              <a:t>= intercept of the line.</a:t>
            </a:r>
            <a:br>
              <a:rPr sz="1600"/>
            </a:br>
            <a:br>
              <a:rPr sz="1600"/>
            </a:br>
            <a:r>
              <a:rPr b="1" lang="en-US" sz="1600" spc="150" strike="noStrike" u="none">
                <a:solidFill>
                  <a:srgbClr val="383838"/>
                </a:solidFill>
                <a:uFillTx/>
                <a:latin typeface="Tenorite"/>
                <a:ea typeface="Calibri"/>
              </a:rPr>
              <a:t>b = Linear regression coefficient.</a:t>
            </a:r>
            <a:endParaRPr b="0" lang="en-US" sz="1600" strike="noStrike" u="none">
              <a:solidFill>
                <a:srgbClr val="000000"/>
              </a:solidFill>
              <a:uFillTx/>
              <a:latin typeface="Arial"/>
            </a:endParaRPr>
          </a:p>
          <a:p>
            <a:pPr indent="0" defTabSz="914400">
              <a:lnSpc>
                <a:spcPct val="90000"/>
              </a:lnSpc>
              <a:spcBef>
                <a:spcPts val="1001"/>
              </a:spcBef>
              <a:buNone/>
              <a:tabLst>
                <a:tab algn="l" pos="0"/>
              </a:tabLst>
            </a:pPr>
            <a:endParaRPr b="0" lang="en-US" sz="16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31" name="PlaceHolder 3"/>
          <p:cNvSpPr>
            <a:spLocks noGrp="1"/>
          </p:cNvSpPr>
          <p:nvPr>
            <p:ph type="sldNum" idx="84"/>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C5A1D5DB-342C-4935-BC20-F1F060C86D6B}"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32" name="Picture 4" descr="A black and white symbol&#10;&#10;Description automatically generated"/>
          <p:cNvPicPr/>
          <p:nvPr/>
        </p:nvPicPr>
        <p:blipFill>
          <a:blip r:embed="rId1"/>
          <a:stretch/>
        </p:blipFill>
        <p:spPr>
          <a:xfrm>
            <a:off x="3975120" y="3876120"/>
            <a:ext cx="4139640" cy="559080"/>
          </a:xfrm>
          <a:prstGeom prst="rect">
            <a:avLst/>
          </a:prstGeom>
          <a:noFill/>
          <a:ln w="0">
            <a:noFill/>
          </a:ln>
        </p:spPr>
      </p:pic>
      <p:pic>
        <p:nvPicPr>
          <p:cNvPr id="233" name="Picture 6" descr="A group of black and white symbols&#10;&#10;Description automatically generated"/>
          <p:cNvPicPr/>
          <p:nvPr/>
        </p:nvPicPr>
        <p:blipFill>
          <a:blip r:embed="rId2"/>
          <a:stretch/>
        </p:blipFill>
        <p:spPr>
          <a:xfrm>
            <a:off x="3975120" y="4819320"/>
            <a:ext cx="3617640" cy="58896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Linear Regression</a:t>
            </a:r>
            <a:endParaRPr b="0" lang="en-US" sz="2800" strike="noStrike" u="none">
              <a:solidFill>
                <a:srgbClr val="000000"/>
              </a:solidFill>
              <a:uFillTx/>
              <a:latin typeface="Arial"/>
            </a:endParaRPr>
          </a:p>
        </p:txBody>
      </p:sp>
      <p:sp>
        <p:nvSpPr>
          <p:cNvPr id="235"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150" strike="noStrike" u="none">
                <a:solidFill>
                  <a:srgbClr val="05192d"/>
                </a:solidFill>
                <a:uFillTx/>
                <a:latin typeface="Tenorite"/>
              </a:rPr>
              <a:t>Example:</a:t>
            </a: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r>
              <a:rPr b="0" lang="en-US" sz="1600" spc="150" strike="noStrike" u="none">
                <a:solidFill>
                  <a:srgbClr val="444444"/>
                </a:solidFill>
                <a:uFillTx/>
                <a:latin typeface="Poppins"/>
              </a:rPr>
              <a:t>b = 0.95</a:t>
            </a:r>
            <a:r>
              <a:rPr b="1" lang="en-US" sz="1800" spc="150" strike="noStrike" u="none">
                <a:solidFill>
                  <a:srgbClr val="05192d"/>
                </a:solidFill>
                <a:uFillTx/>
                <a:latin typeface="Poppins"/>
              </a:rPr>
              <a:t>, </a:t>
            </a:r>
            <a:r>
              <a:rPr b="0" lang="en-US" sz="1600" spc="150" strike="noStrike" u="none">
                <a:solidFill>
                  <a:srgbClr val="444444"/>
                </a:solidFill>
                <a:uFillTx/>
                <a:latin typeface="Poppins"/>
              </a:rPr>
              <a:t>a = 1.5</a:t>
            </a:r>
            <a:endParaRPr b="0" lang="en-US" sz="1600" strike="noStrike" u="none">
              <a:solidFill>
                <a:srgbClr val="000000"/>
              </a:solidFill>
              <a:uFillTx/>
              <a:latin typeface="Arial"/>
            </a:endParaRPr>
          </a:p>
          <a:p>
            <a:pPr indent="0" defTabSz="914400">
              <a:lnSpc>
                <a:spcPct val="90000"/>
              </a:lnSpc>
              <a:spcBef>
                <a:spcPts val="1001"/>
              </a:spcBef>
              <a:buNone/>
              <a:tabLst>
                <a:tab algn="l" pos="0"/>
              </a:tabLst>
            </a:pPr>
            <a:r>
              <a:rPr b="0" lang="en-US" sz="1600" spc="150" strike="noStrike" u="none">
                <a:solidFill>
                  <a:srgbClr val="444444"/>
                </a:solidFill>
                <a:uFillTx/>
                <a:latin typeface="Poppins"/>
              </a:rPr>
              <a:t>y = 1.5 + 0.95 x</a:t>
            </a:r>
            <a:endParaRPr b="0" lang="en-US" sz="16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36" name="PlaceHolder 3"/>
          <p:cNvSpPr>
            <a:spLocks noGrp="1"/>
          </p:cNvSpPr>
          <p:nvPr>
            <p:ph type="sldNum" idx="85"/>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1D87F728-8797-4AA3-A1D1-4C430E2C6350}"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37" name="Picture 5" descr="A screenshot of a computer&#10;&#10;Description automatically generated"/>
          <p:cNvPicPr/>
          <p:nvPr/>
        </p:nvPicPr>
        <p:blipFill>
          <a:blip r:embed="rId1"/>
          <a:stretch/>
        </p:blipFill>
        <p:spPr>
          <a:xfrm>
            <a:off x="3975120" y="799920"/>
            <a:ext cx="6457320" cy="964080"/>
          </a:xfrm>
          <a:prstGeom prst="rect">
            <a:avLst/>
          </a:prstGeom>
          <a:noFill/>
          <a:ln w="0">
            <a:noFill/>
          </a:ln>
        </p:spPr>
      </p:pic>
      <p:pic>
        <p:nvPicPr>
          <p:cNvPr id="238" name="Picture 10" descr="A white sheet with black lines and numbers&#10;&#10;Description automatically generated"/>
          <p:cNvPicPr/>
          <p:nvPr/>
        </p:nvPicPr>
        <p:blipFill>
          <a:blip r:embed="rId2"/>
          <a:stretch/>
        </p:blipFill>
        <p:spPr>
          <a:xfrm>
            <a:off x="3975120" y="1886040"/>
            <a:ext cx="6444360" cy="30852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640480" y="136440"/>
            <a:ext cx="591444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Multiple Linear Regression</a:t>
            </a:r>
            <a:endParaRPr b="0" lang="en-US" sz="3200" strike="noStrike" u="none">
              <a:solidFill>
                <a:srgbClr val="000000"/>
              </a:solidFill>
              <a:uFillTx/>
              <a:latin typeface="Arial"/>
            </a:endParaRPr>
          </a:p>
        </p:txBody>
      </p:sp>
      <p:sp>
        <p:nvSpPr>
          <p:cNvPr id="240"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lnSpcReduction="9999"/>
          </a:bodyPr>
          <a:p>
            <a:pPr indent="0" defTabSz="914400">
              <a:lnSpc>
                <a:spcPct val="110000"/>
              </a:lnSpc>
              <a:spcBef>
                <a:spcPts val="1001"/>
              </a:spcBef>
              <a:buNone/>
              <a:tabLst>
                <a:tab algn="l" pos="0"/>
              </a:tabLst>
            </a:pPr>
            <a:r>
              <a:rPr b="1" lang="en-US" sz="2000" spc="150" strike="noStrike" u="none">
                <a:solidFill>
                  <a:srgbClr val="05192d"/>
                </a:solidFill>
                <a:uFillTx/>
                <a:latin typeface="Tenorite"/>
              </a:rPr>
              <a:t>Multiple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5192d"/>
              </a:buClr>
              <a:buFont typeface="Arial"/>
              <a:buChar char="•"/>
              <a:tabLst>
                <a:tab algn="l" pos="0"/>
              </a:tabLst>
            </a:pPr>
            <a:r>
              <a:rPr b="0" lang="en-US" sz="2000" spc="150" strike="noStrike" u="none">
                <a:solidFill>
                  <a:srgbClr val="05192d"/>
                </a:solidFill>
                <a:uFillTx/>
                <a:latin typeface="Tenorite"/>
              </a:rPr>
              <a:t>Multiple linear regression is used to estimate the relationship between two or more independent variables and one dependent variable.</a:t>
            </a: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r>
              <a:rPr b="1" lang="en-US" sz="2000" spc="150" strike="noStrike" u="none">
                <a:solidFill>
                  <a:srgbClr val="05192d"/>
                </a:solidFill>
                <a:uFillTx/>
                <a:latin typeface="Tenorite"/>
              </a:rPr>
              <a:t>Example:</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Tenorite"/>
              <a:buAutoNum type="arabicPeriod"/>
              <a:tabLst>
                <a:tab algn="l" pos="0"/>
              </a:tabLst>
            </a:pPr>
            <a:r>
              <a:rPr b="0" lang="en-US" sz="2000" spc="150" strike="noStrike" u="none">
                <a:solidFill>
                  <a:srgbClr val="05192d"/>
                </a:solidFill>
                <a:uFillTx/>
                <a:latin typeface="Tenorite"/>
              </a:rPr>
              <a:t>How strong the relationship is between two or more independent variables and one dependent variable (e.g. how rainfall, temperature, and amount of fertilizer added affect crop growth).</a:t>
            </a:r>
            <a:endParaRPr b="0" lang="en-US" sz="2000" strike="noStrike" u="none">
              <a:solidFill>
                <a:srgbClr val="000000"/>
              </a:solidFill>
              <a:uFillTx/>
              <a:latin typeface="Arial"/>
            </a:endParaRPr>
          </a:p>
          <a:p>
            <a:pPr marL="343080" indent="-343080" defTabSz="914400">
              <a:lnSpc>
                <a:spcPct val="100000"/>
              </a:lnSpc>
              <a:spcBef>
                <a:spcPts val="1001"/>
              </a:spcBef>
              <a:buClr>
                <a:srgbClr val="05192d"/>
              </a:buClr>
              <a:buFont typeface="Tenorite"/>
              <a:buAutoNum type="arabicPeriod"/>
              <a:tabLst>
                <a:tab algn="l" pos="0"/>
              </a:tabLst>
            </a:pPr>
            <a:r>
              <a:rPr b="0" lang="en-US" sz="2000" spc="150" strike="noStrike" u="none">
                <a:solidFill>
                  <a:srgbClr val="05192d"/>
                </a:solidFill>
                <a:uFillTx/>
                <a:latin typeface="Tenorite"/>
              </a:rPr>
              <a:t>The value of the dependent variables at a certain value of the independent variables (e.g. the expected yield of a crop at certain levels of rainfall, temperature, and fertilizer addition).</a:t>
            </a: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41" name="PlaceHolder 3"/>
          <p:cNvSpPr>
            <a:spLocks noGrp="1"/>
          </p:cNvSpPr>
          <p:nvPr>
            <p:ph type="sldNum" idx="86"/>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5610E72D-C924-413C-B706-293F41D7E41D}"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42" name="Picture 8" descr="A graph of a diagram&#10;&#10;Description automatically generated with medium confidence"/>
          <p:cNvPicPr/>
          <p:nvPr/>
        </p:nvPicPr>
        <p:blipFill>
          <a:blip r:embed="rId1"/>
          <a:stretch/>
        </p:blipFill>
        <p:spPr>
          <a:xfrm>
            <a:off x="156240" y="3351240"/>
            <a:ext cx="4277880" cy="284652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Multiple Regression</a:t>
            </a:r>
            <a:endParaRPr b="0" lang="en-US" sz="2800" strike="noStrike" u="none">
              <a:solidFill>
                <a:srgbClr val="000000"/>
              </a:solidFill>
              <a:uFillTx/>
              <a:latin typeface="Arial"/>
            </a:endParaRPr>
          </a:p>
        </p:txBody>
      </p:sp>
      <p:sp>
        <p:nvSpPr>
          <p:cNvPr id="244"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45" name="PlaceHolder 3"/>
          <p:cNvSpPr>
            <a:spLocks noGrp="1"/>
          </p:cNvSpPr>
          <p:nvPr>
            <p:ph type="sldNum" idx="87"/>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36DACEB7-82F1-496A-8A9D-AA69A16EAEF3}"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46" name="Picture 5" descr="A white background with blue text&#10;&#10;Description automatically generated"/>
          <p:cNvPicPr/>
          <p:nvPr/>
        </p:nvPicPr>
        <p:blipFill>
          <a:blip r:embed="rId1"/>
          <a:stretch/>
        </p:blipFill>
        <p:spPr>
          <a:xfrm>
            <a:off x="4140720" y="569520"/>
            <a:ext cx="4178520" cy="668520"/>
          </a:xfrm>
          <a:prstGeom prst="rect">
            <a:avLst/>
          </a:prstGeom>
          <a:noFill/>
          <a:ln w="0">
            <a:noFill/>
          </a:ln>
        </p:spPr>
      </p:pic>
      <p:sp>
        <p:nvSpPr>
          <p:cNvPr id="247" name="TextBox 8"/>
          <p:cNvSpPr/>
          <p:nvPr/>
        </p:nvSpPr>
        <p:spPr>
          <a:xfrm>
            <a:off x="4202280" y="1323720"/>
            <a:ext cx="6096600" cy="33814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212121"/>
              </a:buClr>
              <a:buFont typeface="Arial"/>
              <a:buChar char="•"/>
            </a:pPr>
            <a:r>
              <a:rPr b="0" lang="en-US" sz="1800" strike="noStrike" u="none">
                <a:solidFill>
                  <a:srgbClr val="212121"/>
                </a:solidFill>
                <a:uFillTx/>
                <a:latin typeface="Tenorite"/>
              </a:rPr>
              <a:t>let us try to find out the relation between the distance covered by an UBER driver and the age of the driver, and the number of years of experience of the driver.</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marL="285840" indent="-285840" defTabSz="914400">
              <a:lnSpc>
                <a:spcPct val="100000"/>
              </a:lnSpc>
              <a:buClr>
                <a:srgbClr val="212121"/>
              </a:buClr>
              <a:buFont typeface="Arial"/>
              <a:buChar char="•"/>
            </a:pPr>
            <a:r>
              <a:rPr b="0" lang="en-US" sz="1800" strike="noStrike" u="none">
                <a:solidFill>
                  <a:srgbClr val="212121"/>
                </a:solidFill>
                <a:uFillTx/>
                <a:latin typeface="Tenorite"/>
              </a:rPr>
              <a:t> </a:t>
            </a:r>
            <a:r>
              <a:rPr b="0" lang="en-US" sz="1800" strike="noStrike" u="none">
                <a:solidFill>
                  <a:srgbClr val="212121"/>
                </a:solidFill>
                <a:uFillTx/>
                <a:latin typeface="Tenorite"/>
              </a:rPr>
              <a:t>find the relation between the GPA of a class of students, the number of hours of study, and the student’s height.</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marL="285840" indent="-285840" defTabSz="914400">
              <a:lnSpc>
                <a:spcPct val="100000"/>
              </a:lnSpc>
              <a:buClr>
                <a:srgbClr val="212121"/>
              </a:buClr>
              <a:buFont typeface="Arial"/>
              <a:buChar char="•"/>
            </a:pPr>
            <a:r>
              <a:rPr b="0" lang="en-US" sz="1800" strike="noStrike" u="none">
                <a:solidFill>
                  <a:srgbClr val="212121"/>
                </a:solidFill>
                <a:uFillTx/>
                <a:latin typeface="Tenorite"/>
              </a:rPr>
              <a:t> </a:t>
            </a:r>
            <a:r>
              <a:rPr b="0" lang="en-US" sz="1800" strike="noStrike" u="none">
                <a:solidFill>
                  <a:srgbClr val="212121"/>
                </a:solidFill>
                <a:uFillTx/>
                <a:latin typeface="Tenorite"/>
              </a:rPr>
              <a:t>find out the relation between the salary of a group of employees in an organization, the number of years of experience, and the age of the employees.</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5640480" y="136440"/>
            <a:ext cx="591444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Polynomial Regression</a:t>
            </a:r>
            <a:endParaRPr b="0" lang="en-US" sz="3200" strike="noStrike" u="none">
              <a:solidFill>
                <a:srgbClr val="000000"/>
              </a:solidFill>
              <a:uFillTx/>
              <a:latin typeface="Arial"/>
            </a:endParaRPr>
          </a:p>
        </p:txBody>
      </p:sp>
      <p:sp>
        <p:nvSpPr>
          <p:cNvPr id="249"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10000"/>
              </a:lnSpc>
              <a:spcBef>
                <a:spcPts val="1001"/>
              </a:spcBef>
              <a:buNone/>
              <a:tabLst>
                <a:tab algn="l" pos="0"/>
              </a:tabLst>
            </a:pPr>
            <a:r>
              <a:rPr b="1" lang="en-US" sz="2000" spc="150" strike="noStrike" u="none">
                <a:solidFill>
                  <a:srgbClr val="05192d"/>
                </a:solidFill>
                <a:uFillTx/>
                <a:latin typeface="Tenorite"/>
              </a:rPr>
              <a:t>Polynomial Regression:</a:t>
            </a:r>
            <a:endParaRPr b="0" lang="en-US" sz="2000" strike="noStrike" u="none">
              <a:solidFill>
                <a:srgbClr val="000000"/>
              </a:solidFill>
              <a:uFillTx/>
              <a:latin typeface="Arial"/>
            </a:endParaRPr>
          </a:p>
          <a:p>
            <a:pPr marL="343080" indent="-343080" defTabSz="914400">
              <a:lnSpc>
                <a:spcPct val="110000"/>
              </a:lnSpc>
              <a:spcBef>
                <a:spcPts val="1001"/>
              </a:spcBef>
              <a:buClr>
                <a:srgbClr val="000000"/>
              </a:buClr>
              <a:buFont typeface="Arial"/>
              <a:buChar char="•"/>
              <a:tabLst>
                <a:tab algn="l" pos="0"/>
              </a:tabLst>
            </a:pPr>
            <a:r>
              <a:rPr b="0" lang="en-US" sz="2000" strike="noStrike" u="none">
                <a:solidFill>
                  <a:srgbClr val="000000"/>
                </a:solidFill>
                <a:uFillTx/>
                <a:latin typeface="Tenorite"/>
              </a:rPr>
              <a:t>Polynomial regression is needed when there is no linear correlation fitting all the variables. So instead of looking like a line, it looks like a nonlinear function. Let’s delve deeper into this type of regression.</a:t>
            </a: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endParaRPr b="0" lang="en-US" sz="2000" strike="noStrike" u="none">
              <a:solidFill>
                <a:srgbClr val="000000"/>
              </a:solidFill>
              <a:uFillTx/>
              <a:latin typeface="Arial"/>
            </a:endParaRPr>
          </a:p>
          <a:p>
            <a:pPr indent="0" defTabSz="914400">
              <a:lnSpc>
                <a:spcPct val="11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50" name="PlaceHolder 3"/>
          <p:cNvSpPr>
            <a:spLocks noGrp="1"/>
          </p:cNvSpPr>
          <p:nvPr>
            <p:ph type="sldNum" idx="88"/>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60DAD769-A1BB-4ECD-9417-E1EADB265B54}"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51" name="Picture 4" descr="A graph of a model and a graph of a model&#10;&#10;Description automatically generated"/>
          <p:cNvPicPr/>
          <p:nvPr/>
        </p:nvPicPr>
        <p:blipFill>
          <a:blip r:embed="rId1"/>
          <a:stretch/>
        </p:blipFill>
        <p:spPr>
          <a:xfrm>
            <a:off x="5061600" y="3429000"/>
            <a:ext cx="5637960" cy="319932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chemeClr val="dk1">
                    <a:lumMod val="75000"/>
                    <a:lumOff val="25000"/>
                  </a:schemeClr>
                </a:solidFill>
                <a:uFillTx/>
                <a:latin typeface="Tenorite"/>
              </a:rPr>
              <a:t>Polynomial  Regression</a:t>
            </a:r>
            <a:endParaRPr b="0" lang="en-US" sz="2800" strike="noStrike" u="none">
              <a:solidFill>
                <a:srgbClr val="000000"/>
              </a:solidFill>
              <a:uFillTx/>
              <a:latin typeface="Arial"/>
            </a:endParaRPr>
          </a:p>
        </p:txBody>
      </p:sp>
      <p:sp>
        <p:nvSpPr>
          <p:cNvPr id="253" name="PlaceHolder 2"/>
          <p:cNvSpPr>
            <a:spLocks noGrp="1"/>
          </p:cNvSpPr>
          <p:nvPr>
            <p:ph/>
          </p:nvPr>
        </p:nvSpPr>
        <p:spPr>
          <a:xfrm>
            <a:off x="3975120" y="318600"/>
            <a:ext cx="7696080" cy="73141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54" name="PlaceHolder 3"/>
          <p:cNvSpPr>
            <a:spLocks noGrp="1"/>
          </p:cNvSpPr>
          <p:nvPr>
            <p:ph type="sldNum" idx="89"/>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B589618D-B7F7-40BD-A790-5C9B3A9B3128}"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255" name="TextBox 8"/>
          <p:cNvSpPr/>
          <p:nvPr/>
        </p:nvSpPr>
        <p:spPr>
          <a:xfrm>
            <a:off x="4202280" y="1323720"/>
            <a:ext cx="6971760" cy="283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000" strike="noStrike" u="none">
                <a:solidFill>
                  <a:srgbClr val="1f1f1f"/>
                </a:solidFill>
                <a:uFillTx/>
                <a:latin typeface="Tenorite"/>
              </a:rPr>
              <a:t>A marketing manager wants to understand the relationship between marketing budget and product sales. They have data on past marketing expenditures and corresponding sales figures.</a:t>
            </a:r>
            <a:endParaRPr b="0" lang="en-US" sz="2000" strike="noStrike" u="none">
              <a:solidFill>
                <a:srgbClr val="000000"/>
              </a:solidFill>
              <a:uFillTx/>
              <a:latin typeface="Arial"/>
            </a:endParaRPr>
          </a:p>
          <a:p>
            <a:pPr defTabSz="914400">
              <a:lnSpc>
                <a:spcPct val="100000"/>
              </a:lnSpc>
            </a:pPr>
            <a:endParaRPr b="0" lang="en-US" sz="2000" strike="noStrike" u="none">
              <a:solidFill>
                <a:srgbClr val="000000"/>
              </a:solidFill>
              <a:uFillTx/>
              <a:latin typeface="Arial"/>
            </a:endParaRPr>
          </a:p>
          <a:p>
            <a:pPr marL="216000" indent="-216000" defTabSz="914400">
              <a:lnSpc>
                <a:spcPct val="100000"/>
              </a:lnSpc>
              <a:buClr>
                <a:srgbClr val="1f1f1f"/>
              </a:buClr>
              <a:buFont typeface="Arial"/>
              <a:buChar char="•"/>
            </a:pPr>
            <a:r>
              <a:rPr b="1" lang="en-US" sz="2000" strike="noStrike" u="none">
                <a:solidFill>
                  <a:srgbClr val="1f1f1f"/>
                </a:solidFill>
                <a:uFillTx/>
                <a:latin typeface="Tenorite"/>
              </a:rPr>
              <a:t>Why Linear Regression Might Not </a:t>
            </a:r>
            <a:endParaRPr b="0" lang="en-US" sz="2000" strike="noStrike" u="none">
              <a:solidFill>
                <a:srgbClr val="000000"/>
              </a:solidFill>
              <a:uFillTx/>
              <a:latin typeface="Arial"/>
            </a:endParaRPr>
          </a:p>
          <a:p>
            <a:pPr defTabSz="914400">
              <a:lnSpc>
                <a:spcPct val="100000"/>
              </a:lnSpc>
            </a:pPr>
            <a:r>
              <a:rPr b="0" lang="en-US" sz="2000" strike="noStrike" u="none">
                <a:solidFill>
                  <a:srgbClr val="1f1f1f"/>
                </a:solidFill>
                <a:uFillTx/>
                <a:latin typeface="Tenorite"/>
              </a:rPr>
              <a:t>A linear regression model might assume a proportional increase in sales with every dollar spent on marketing.</a:t>
            </a:r>
            <a:endParaRPr b="0" lang="en-US" sz="2000" strike="noStrike" u="none">
              <a:solidFill>
                <a:srgbClr val="000000"/>
              </a:solidFill>
              <a:uFillTx/>
              <a:latin typeface="Arial"/>
            </a:endParaRPr>
          </a:p>
          <a:p>
            <a:pPr defTabSz="914400">
              <a:lnSpc>
                <a:spcPct val="100000"/>
              </a:lnSpc>
            </a:pPr>
            <a:endParaRPr b="0" lang="en-US" sz="2000" strike="noStrike" u="none">
              <a:solidFill>
                <a:srgbClr val="000000"/>
              </a:solidFill>
              <a:uFillTx/>
              <a:latin typeface="Arial"/>
            </a:endParaRPr>
          </a:p>
        </p:txBody>
      </p:sp>
      <p:pic>
        <p:nvPicPr>
          <p:cNvPr id="256" name="Picture 4" descr=""/>
          <p:cNvPicPr/>
          <p:nvPr/>
        </p:nvPicPr>
        <p:blipFill>
          <a:blip r:embed="rId1"/>
          <a:stretch/>
        </p:blipFill>
        <p:spPr>
          <a:xfrm>
            <a:off x="4341600" y="608400"/>
            <a:ext cx="4828680" cy="54540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4735800" y="2822040"/>
            <a:ext cx="5914440" cy="845280"/>
          </a:xfrm>
          <a:prstGeom prst="rect">
            <a:avLst/>
          </a:prstGeom>
          <a:noFill/>
          <a:ln w="0">
            <a:noFill/>
          </a:ln>
        </p:spPr>
        <p:txBody>
          <a:bodyPr lIns="91440" rIns="91440" tIns="45720" bIns="45720" anchor="t">
            <a:normAutofit fontScale="85000" lnSpcReduction="19999"/>
          </a:bodyPr>
          <a:p>
            <a:pPr indent="0" defTabSz="914400">
              <a:lnSpc>
                <a:spcPct val="90000"/>
              </a:lnSpc>
              <a:buNone/>
              <a:tabLst>
                <a:tab algn="l" pos="0"/>
              </a:tabLst>
            </a:pPr>
            <a:r>
              <a:rPr b="1" lang="en-US" sz="4000" spc="150" strike="noStrike" u="none" cap="all">
                <a:solidFill>
                  <a:schemeClr val="dk1">
                    <a:lumMod val="75000"/>
                    <a:lumOff val="25000"/>
                  </a:schemeClr>
                </a:solidFill>
                <a:uFillTx/>
                <a:latin typeface="Tenorite"/>
              </a:rPr>
              <a:t>Unsupervised Learning </a:t>
            </a:r>
            <a:endParaRPr b="0" lang="en-US" sz="4000" strike="noStrike" u="none">
              <a:solidFill>
                <a:srgbClr val="000000"/>
              </a:solidFill>
              <a:uFillTx/>
              <a:latin typeface="Arial"/>
            </a:endParaRPr>
          </a:p>
        </p:txBody>
      </p:sp>
      <p:sp>
        <p:nvSpPr>
          <p:cNvPr id="258"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59" name="PlaceHolder 3"/>
          <p:cNvSpPr>
            <a:spLocks noGrp="1"/>
          </p:cNvSpPr>
          <p:nvPr>
            <p:ph type="sldNum" idx="90"/>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39267656-B11F-4F12-9C30-C8E76D73B528}"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6595200" y="78480"/>
            <a:ext cx="591444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Clustering</a:t>
            </a:r>
            <a:endParaRPr b="0" lang="en-US" sz="3200" strike="noStrike" u="none">
              <a:solidFill>
                <a:srgbClr val="000000"/>
              </a:solidFill>
              <a:uFillTx/>
              <a:latin typeface="Arial"/>
            </a:endParaRPr>
          </a:p>
        </p:txBody>
      </p:sp>
      <p:sp>
        <p:nvSpPr>
          <p:cNvPr id="261"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62" name="PlaceHolder 3"/>
          <p:cNvSpPr>
            <a:spLocks noGrp="1"/>
          </p:cNvSpPr>
          <p:nvPr>
            <p:ph type="sldNum" idx="91"/>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51B5AC23-0B59-4114-A4C8-BFD8DB13FD43}"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263" name="TextBox 4"/>
          <p:cNvSpPr/>
          <p:nvPr/>
        </p:nvSpPr>
        <p:spPr>
          <a:xfrm>
            <a:off x="4880160" y="924840"/>
            <a:ext cx="6255360" cy="530172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0" lang="en-US" sz="1800" strike="noStrike" u="none">
                <a:solidFill>
                  <a:srgbClr val="000000"/>
                </a:solidFill>
                <a:uFillTx/>
                <a:latin typeface="Tenorite"/>
              </a:rPr>
              <a:t>Clustering is the task of dividing the unlabeled data or data points into different clusters.</a:t>
            </a:r>
            <a:endParaRPr b="0" lang="en-US" sz="1800" strike="noStrike" u="none">
              <a:solidFill>
                <a:srgbClr val="000000"/>
              </a:solidFill>
              <a:uFillTx/>
              <a:latin typeface="Arial"/>
            </a:endParaRPr>
          </a:p>
          <a:p>
            <a:pPr marL="285840" indent="-285840" defTabSz="914400">
              <a:lnSpc>
                <a:spcPct val="100000"/>
              </a:lnSpc>
              <a:buClr>
                <a:srgbClr val="000000"/>
              </a:buClr>
              <a:buFont typeface="Arial"/>
              <a:buChar char="•"/>
            </a:pPr>
            <a:r>
              <a:rPr b="0" lang="en-US" sz="1800" strike="noStrike" u="none">
                <a:solidFill>
                  <a:srgbClr val="000000"/>
                </a:solidFill>
                <a:uFillTx/>
                <a:latin typeface="Tenorite"/>
              </a:rPr>
              <a:t>The clustering process aims to segregate groups with similar traits and assign them into clusters.</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defTabSz="914400">
              <a:lnSpc>
                <a:spcPct val="100000"/>
              </a:lnSpc>
            </a:pPr>
            <a:r>
              <a:rPr b="1" lang="en-US" sz="1800" strike="noStrike" u="none">
                <a:solidFill>
                  <a:srgbClr val="000000"/>
                </a:solidFill>
                <a:uFillTx/>
                <a:latin typeface="Tenorite"/>
              </a:rPr>
              <a:t>Hard Clustering: </a:t>
            </a:r>
            <a:r>
              <a:rPr b="0" lang="en-US" sz="1800" strike="noStrike" u="none">
                <a:solidFill>
                  <a:srgbClr val="000000"/>
                </a:solidFill>
                <a:uFillTx/>
                <a:latin typeface="Tenorite"/>
              </a:rPr>
              <a:t>Each input data point either fully belongs to a cluster or not. For instance, in the example above, every bachelor student is assigned to one group/semester out of the 8 semesters.</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defTabSz="914400">
              <a:lnSpc>
                <a:spcPct val="100000"/>
              </a:lnSpc>
            </a:pPr>
            <a:r>
              <a:rPr b="1" lang="en-US" sz="1800" strike="noStrike" u="none">
                <a:solidFill>
                  <a:srgbClr val="000000"/>
                </a:solidFill>
                <a:uFillTx/>
                <a:latin typeface="Tenorite"/>
              </a:rPr>
              <a:t>Soft Clustering</a:t>
            </a:r>
            <a:r>
              <a:rPr b="0" lang="en-US" sz="1800" strike="noStrike" u="none">
                <a:solidFill>
                  <a:srgbClr val="000000"/>
                </a:solidFill>
                <a:uFillTx/>
                <a:latin typeface="Tenorite"/>
              </a:rPr>
              <a:t>: Rather than assigning each input data point to a distinct cluster, it assigns a probability or likelihood of the data point being in those clusters. For example, a student enrolled in different courses so probability assign that he belongs to the specific semester?</a:t>
            </a:r>
            <a:endParaRPr b="0" lang="en-US" sz="1800" strike="noStrike" u="none">
              <a:solidFill>
                <a:srgbClr val="000000"/>
              </a:solidFill>
              <a:uFillTx/>
              <a:latin typeface="Arial"/>
            </a:endParaRPr>
          </a:p>
          <a:p>
            <a:pPr defTabSz="914400">
              <a:lnSpc>
                <a:spcPct val="100000"/>
              </a:lnSpc>
            </a:pPr>
            <a:r>
              <a:rPr b="0" lang="en-US" sz="1800" strike="noStrike" u="none">
                <a:solidFill>
                  <a:srgbClr val="383838"/>
                </a:solidFill>
                <a:uFillTx/>
                <a:latin typeface="Inter"/>
              </a:rPr>
              <a:t> </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6595200" y="78480"/>
            <a:ext cx="5914440" cy="845280"/>
          </a:xfrm>
          <a:prstGeom prst="rect">
            <a:avLst/>
          </a:prstGeom>
          <a:noFill/>
          <a:ln w="0">
            <a:noFill/>
          </a:ln>
        </p:spPr>
        <p:txBody>
          <a:bodyPr lIns="91440" rIns="91440" tIns="45720" bIns="45720" anchor="t">
            <a:normAutofit/>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K-Mean Clustering</a:t>
            </a:r>
            <a:endParaRPr b="0" lang="en-US" sz="3200" strike="noStrike" u="none">
              <a:solidFill>
                <a:srgbClr val="000000"/>
              </a:solidFill>
              <a:uFillTx/>
              <a:latin typeface="Arial"/>
            </a:endParaRPr>
          </a:p>
        </p:txBody>
      </p:sp>
      <p:sp>
        <p:nvSpPr>
          <p:cNvPr id="265"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66" name="PlaceHolder 3"/>
          <p:cNvSpPr>
            <a:spLocks noGrp="1"/>
          </p:cNvSpPr>
          <p:nvPr>
            <p:ph type="sldNum" idx="92"/>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F19F7A7C-4A1F-426B-9719-C4FFBA4843EC}"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67" name="Picture 5" descr="A red and grey circles&#10;&#10;Description automatically generated with medium confidence"/>
          <p:cNvPicPr/>
          <p:nvPr/>
        </p:nvPicPr>
        <p:blipFill>
          <a:blip r:embed="rId1"/>
          <a:stretch/>
        </p:blipFill>
        <p:spPr>
          <a:xfrm>
            <a:off x="2240640" y="1132200"/>
            <a:ext cx="2057040" cy="2049120"/>
          </a:xfrm>
          <a:prstGeom prst="rect">
            <a:avLst/>
          </a:prstGeom>
          <a:solidFill>
            <a:srgbClr val="ededed"/>
          </a:solidFill>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268" name="Picture 8" descr="A screenshot of a cell phone&#10;&#10;Description automatically generated"/>
          <p:cNvPicPr/>
          <p:nvPr/>
        </p:nvPicPr>
        <p:blipFill>
          <a:blip r:embed="rId2"/>
          <a:stretch/>
        </p:blipFill>
        <p:spPr>
          <a:xfrm>
            <a:off x="6807600" y="1060200"/>
            <a:ext cx="1873080" cy="2121480"/>
          </a:xfrm>
          <a:prstGeom prst="rect">
            <a:avLst/>
          </a:prstGeom>
          <a:solidFill>
            <a:srgbClr val="ededed"/>
          </a:solidFill>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269" name="Picture 10" descr="A screenshot of a computer&#10;&#10;Description automatically generated"/>
          <p:cNvPicPr/>
          <p:nvPr/>
        </p:nvPicPr>
        <p:blipFill>
          <a:blip r:embed="rId3"/>
          <a:stretch/>
        </p:blipFill>
        <p:spPr>
          <a:xfrm>
            <a:off x="2240640" y="4141440"/>
            <a:ext cx="2032920" cy="2106720"/>
          </a:xfrm>
          <a:prstGeom prst="rect">
            <a:avLst/>
          </a:prstGeom>
          <a:solidFill>
            <a:srgbClr val="ededed"/>
          </a:solidFill>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270" name="TextBox 12"/>
          <p:cNvSpPr/>
          <p:nvPr/>
        </p:nvSpPr>
        <p:spPr>
          <a:xfrm>
            <a:off x="1527480" y="3400200"/>
            <a:ext cx="4125960" cy="51660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OpenSymbol"/>
              <a:buAutoNum type="arabicPeriod"/>
            </a:pPr>
            <a:r>
              <a:rPr b="0" lang="en-US" sz="1400" strike="noStrike" u="none">
                <a:solidFill>
                  <a:srgbClr val="000000"/>
                </a:solidFill>
                <a:uFillTx/>
                <a:latin typeface="Tenorite"/>
              </a:rPr>
              <a:t>Define the number of clusters k=2 </a:t>
            </a:r>
            <a:endParaRPr b="0" lang="en-US" sz="1400" strike="noStrike" u="none">
              <a:solidFill>
                <a:srgbClr val="000000"/>
              </a:solidFill>
              <a:uFillTx/>
              <a:latin typeface="Arial"/>
            </a:endParaRPr>
          </a:p>
          <a:p>
            <a:pPr defTabSz="914400">
              <a:lnSpc>
                <a:spcPct val="100000"/>
              </a:lnSpc>
            </a:pPr>
            <a:r>
              <a:rPr b="0" lang="en-US" sz="1400" strike="noStrike" u="none">
                <a:solidFill>
                  <a:srgbClr val="000000"/>
                </a:solidFill>
                <a:uFillTx/>
                <a:latin typeface="Tenorite"/>
              </a:rPr>
              <a:t>and randomly assign data points to cluster</a:t>
            </a:r>
            <a:endParaRPr b="0" lang="en-US" sz="1400" strike="noStrike" u="none">
              <a:solidFill>
                <a:srgbClr val="000000"/>
              </a:solidFill>
              <a:uFillTx/>
              <a:latin typeface="Arial"/>
            </a:endParaRPr>
          </a:p>
        </p:txBody>
      </p:sp>
      <p:sp>
        <p:nvSpPr>
          <p:cNvPr id="271" name="TextBox 13"/>
          <p:cNvSpPr/>
          <p:nvPr/>
        </p:nvSpPr>
        <p:spPr>
          <a:xfrm>
            <a:off x="6228000" y="3360600"/>
            <a:ext cx="412596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400" strike="noStrike" u="none">
                <a:solidFill>
                  <a:srgbClr val="000000"/>
                </a:solidFill>
                <a:uFillTx/>
                <a:latin typeface="Tenorite"/>
              </a:rPr>
              <a:t>2.    Calculate the centroids of the cluster</a:t>
            </a:r>
            <a:endParaRPr b="0" lang="en-US" sz="1400" strike="noStrike" u="none">
              <a:solidFill>
                <a:srgbClr val="000000"/>
              </a:solidFill>
              <a:uFillTx/>
              <a:latin typeface="Arial"/>
            </a:endParaRPr>
          </a:p>
        </p:txBody>
      </p:sp>
      <p:sp>
        <p:nvSpPr>
          <p:cNvPr id="272" name="TextBox 14"/>
          <p:cNvSpPr/>
          <p:nvPr/>
        </p:nvSpPr>
        <p:spPr>
          <a:xfrm>
            <a:off x="1527480" y="6366960"/>
            <a:ext cx="412596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400" strike="noStrike" u="none">
                <a:solidFill>
                  <a:srgbClr val="000000"/>
                </a:solidFill>
                <a:uFillTx/>
                <a:latin typeface="Tenorite"/>
              </a:rPr>
              <a:t>3.    Assign data points to its nearest centroids clusters</a:t>
            </a:r>
            <a:endParaRPr b="0" lang="en-US" sz="1400" strike="noStrike" u="none">
              <a:solidFill>
                <a:srgbClr val="000000"/>
              </a:solidFill>
              <a:uFillTx/>
              <a:latin typeface="Arial"/>
            </a:endParaRPr>
          </a:p>
        </p:txBody>
      </p:sp>
      <p:pic>
        <p:nvPicPr>
          <p:cNvPr id="273" name="Picture 16" descr="A screenshot of a math game&#10;&#10;Description automatically generated"/>
          <p:cNvPicPr/>
          <p:nvPr/>
        </p:nvPicPr>
        <p:blipFill>
          <a:blip r:embed="rId4"/>
          <a:stretch/>
        </p:blipFill>
        <p:spPr>
          <a:xfrm>
            <a:off x="6840000" y="3923640"/>
            <a:ext cx="1841040" cy="2170080"/>
          </a:xfrm>
          <a:prstGeom prst="rect">
            <a:avLst/>
          </a:prstGeom>
          <a:solidFill>
            <a:srgbClr val="ededed"/>
          </a:solidFill>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274" name="TextBox 17"/>
          <p:cNvSpPr/>
          <p:nvPr/>
        </p:nvSpPr>
        <p:spPr>
          <a:xfrm>
            <a:off x="6537240" y="6274440"/>
            <a:ext cx="4125960" cy="51660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OpenSymbol"/>
              <a:buAutoNum type="arabicPeriod" startAt="4"/>
            </a:pPr>
            <a:r>
              <a:rPr b="0" lang="en-US" sz="1400" strike="noStrike" u="none">
                <a:solidFill>
                  <a:srgbClr val="000000"/>
                </a:solidFill>
                <a:uFillTx/>
                <a:latin typeface="Tenorite"/>
              </a:rPr>
              <a:t>Re-compute centroids of the cluster</a:t>
            </a:r>
            <a:endParaRPr b="0" lang="en-US" sz="1400" strike="noStrike" u="none">
              <a:solidFill>
                <a:srgbClr val="000000"/>
              </a:solidFill>
              <a:uFillTx/>
              <a:latin typeface="Arial"/>
            </a:endParaRPr>
          </a:p>
          <a:p>
            <a:pPr marL="343080" indent="-343080" defTabSz="914400">
              <a:lnSpc>
                <a:spcPct val="100000"/>
              </a:lnSpc>
              <a:buClr>
                <a:srgbClr val="000000"/>
              </a:buClr>
              <a:buFont typeface="OpenSymbol"/>
              <a:buAutoNum type="arabicPeriod" startAt="4"/>
            </a:pPr>
            <a:r>
              <a:rPr b="0" lang="en-US" sz="1400" strike="noStrike" u="none">
                <a:solidFill>
                  <a:srgbClr val="000000"/>
                </a:solidFill>
                <a:uFillTx/>
                <a:latin typeface="Tenorite"/>
              </a:rPr>
              <a:t>Repeat step 3 &amp; 4 until no improvement</a:t>
            </a:r>
            <a:endParaRPr b="0" lang="en-US"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5844600" y="182160"/>
            <a:ext cx="5914440" cy="845280"/>
          </a:xfrm>
          <a:prstGeom prst="rect">
            <a:avLst/>
          </a:prstGeom>
          <a:noFill/>
          <a:ln w="0">
            <a:noFill/>
          </a:ln>
        </p:spPr>
        <p:txBody>
          <a:bodyPr lIns="91440" rIns="91440" tIns="45720" bIns="45720" anchor="t">
            <a:normAutofit fontScale="92500" lnSpcReduction="9999"/>
          </a:bodyPr>
          <a:p>
            <a:pPr indent="0" defTabSz="914400">
              <a:lnSpc>
                <a:spcPct val="90000"/>
              </a:lnSpc>
              <a:buNone/>
              <a:tabLst>
                <a:tab algn="l" pos="0"/>
              </a:tabLst>
            </a:pPr>
            <a:r>
              <a:rPr b="1" lang="en-US" sz="3200" spc="150" strike="noStrike" u="none" cap="all">
                <a:solidFill>
                  <a:schemeClr val="dk1">
                    <a:lumMod val="75000"/>
                    <a:lumOff val="25000"/>
                  </a:schemeClr>
                </a:solidFill>
                <a:uFillTx/>
                <a:latin typeface="Tenorite"/>
              </a:rPr>
              <a:t>Hierarchical Clustering</a:t>
            </a:r>
            <a:endParaRPr b="0" lang="en-US" sz="3200" strike="noStrike" u="none">
              <a:solidFill>
                <a:srgbClr val="000000"/>
              </a:solidFill>
              <a:uFillTx/>
              <a:latin typeface="Arial"/>
            </a:endParaRPr>
          </a:p>
        </p:txBody>
      </p:sp>
      <p:sp>
        <p:nvSpPr>
          <p:cNvPr id="276" name="PlaceHolder 2"/>
          <p:cNvSpPr>
            <a:spLocks noGrp="1"/>
          </p:cNvSpPr>
          <p:nvPr>
            <p:ph/>
          </p:nvPr>
        </p:nvSpPr>
        <p:spPr>
          <a:xfrm>
            <a:off x="4735800" y="1132200"/>
            <a:ext cx="6734880" cy="52232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a:p>
            <a:pPr indent="0" defTabSz="914400">
              <a:lnSpc>
                <a:spcPct val="100000"/>
              </a:lnSpc>
              <a:spcBef>
                <a:spcPts val="1001"/>
              </a:spcBef>
              <a:buNone/>
              <a:tabLst>
                <a:tab algn="l" pos="0"/>
              </a:tabLst>
            </a:pPr>
            <a:endParaRPr b="0" lang="en-US" sz="1800" strike="noStrike" u="none">
              <a:solidFill>
                <a:srgbClr val="000000"/>
              </a:solidFill>
              <a:uFillTx/>
              <a:latin typeface="Arial"/>
            </a:endParaRPr>
          </a:p>
        </p:txBody>
      </p:sp>
      <p:sp>
        <p:nvSpPr>
          <p:cNvPr id="277" name="PlaceHolder 3"/>
          <p:cNvSpPr>
            <a:spLocks noGrp="1"/>
          </p:cNvSpPr>
          <p:nvPr>
            <p:ph type="sldNum" idx="93"/>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ZA" sz="900" strike="noStrike" u="none">
                <a:solidFill>
                  <a:schemeClr val="dk1">
                    <a:tint val="75000"/>
                  </a:schemeClr>
                </a:solidFill>
                <a:uFillTx/>
                <a:latin typeface="Tenorite"/>
              </a:defRPr>
            </a:lvl1pPr>
          </a:lstStyle>
          <a:p>
            <a:pPr indent="0" algn="r" defTabSz="914400">
              <a:lnSpc>
                <a:spcPct val="100000"/>
              </a:lnSpc>
              <a:buNone/>
              <a:tabLst>
                <a:tab algn="l" pos="0"/>
              </a:tabLst>
            </a:pPr>
            <a:fld id="{BA537ED9-1703-4DCF-BAE4-87F718729691}" type="slidenum">
              <a:rPr b="0" lang="en-ZA"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sp>
        <p:nvSpPr>
          <p:cNvPr id="278" name="TextBox 4"/>
          <p:cNvSpPr/>
          <p:nvPr/>
        </p:nvSpPr>
        <p:spPr>
          <a:xfrm>
            <a:off x="4880160" y="924840"/>
            <a:ext cx="6255360" cy="5576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marL="285840" indent="-285840" defTabSz="914400">
              <a:lnSpc>
                <a:spcPct val="100000"/>
              </a:lnSpc>
              <a:buClr>
                <a:srgbClr val="05192d"/>
              </a:buClr>
              <a:buFont typeface="Arial"/>
              <a:buChar char="•"/>
            </a:pPr>
            <a:r>
              <a:rPr b="0" lang="en-US" sz="1800" strike="noStrike" u="none">
                <a:solidFill>
                  <a:srgbClr val="05192d"/>
                </a:solidFill>
                <a:uFillTx/>
                <a:latin typeface="Tenorite"/>
              </a:rPr>
              <a:t>A hierarchical clustering approach is based on the determination of successive clusters based on previously defined clusters.</a:t>
            </a:r>
            <a:endParaRPr b="0" lang="en-US" sz="1800" strike="noStrike" u="none">
              <a:solidFill>
                <a:srgbClr val="000000"/>
              </a:solidFill>
              <a:uFillTx/>
              <a:latin typeface="Arial"/>
            </a:endParaRPr>
          </a:p>
          <a:p>
            <a:pPr marL="285840" indent="-285840" defTabSz="914400">
              <a:lnSpc>
                <a:spcPct val="100000"/>
              </a:lnSpc>
              <a:buClr>
                <a:srgbClr val="05192d"/>
              </a:buClr>
              <a:buFont typeface="Arial"/>
              <a:buChar char="•"/>
            </a:pPr>
            <a:r>
              <a:rPr b="0" lang="en-US" sz="1800" strike="noStrike" u="none">
                <a:solidFill>
                  <a:srgbClr val="05192d"/>
                </a:solidFill>
                <a:uFillTx/>
                <a:latin typeface="Tenorite"/>
              </a:rPr>
              <a:t>It's a technique aimed more toward grouping data into a tree of clusters called dendrograms.</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a:p>
            <a:pPr algn="just" defTabSz="914400">
              <a:lnSpc>
                <a:spcPct val="100000"/>
              </a:lnSpc>
            </a:pPr>
            <a:r>
              <a:rPr b="0" lang="en-US" sz="1800" strike="noStrike" u="none">
                <a:solidFill>
                  <a:srgbClr val="333333"/>
                </a:solidFill>
                <a:uFillTx/>
                <a:latin typeface="Tenorite"/>
              </a:rPr>
              <a:t>The hierarchical clustering technique has two approaches:</a:t>
            </a:r>
            <a:endParaRPr b="0" lang="en-US" sz="1800" strike="noStrike" u="none">
              <a:solidFill>
                <a:srgbClr val="000000"/>
              </a:solidFill>
              <a:uFillTx/>
              <a:latin typeface="Arial"/>
            </a:endParaRPr>
          </a:p>
          <a:p>
            <a:pPr algn="just" defTabSz="914400">
              <a:lnSpc>
                <a:spcPct val="100000"/>
              </a:lnSpc>
            </a:pPr>
            <a:endParaRPr b="0" lang="en-US" sz="1800" strike="noStrike" u="none">
              <a:solidFill>
                <a:srgbClr val="000000"/>
              </a:solidFill>
              <a:uFillTx/>
              <a:latin typeface="Arial"/>
            </a:endParaRPr>
          </a:p>
          <a:p>
            <a:pPr marL="285840" indent="-285840" algn="just" defTabSz="914400">
              <a:lnSpc>
                <a:spcPct val="100000"/>
              </a:lnSpc>
              <a:buClr>
                <a:srgbClr val="000000"/>
              </a:buClr>
              <a:buFont typeface="Tenorite"/>
              <a:buAutoNum type="arabicPeriod"/>
            </a:pPr>
            <a:r>
              <a:rPr b="1" lang="en-US" sz="1800" strike="noStrike" u="none">
                <a:solidFill>
                  <a:srgbClr val="000000"/>
                </a:solidFill>
                <a:uFillTx/>
                <a:latin typeface="Tenorite"/>
              </a:rPr>
              <a:t>Agglomerative:</a:t>
            </a:r>
            <a:r>
              <a:rPr b="0" lang="en-US" sz="1800" strike="noStrike" u="none">
                <a:solidFill>
                  <a:srgbClr val="000000"/>
                </a:solidFill>
                <a:uFillTx/>
                <a:latin typeface="Tenorite"/>
              </a:rPr>
              <a:t> Agglomerative is a </a:t>
            </a:r>
            <a:r>
              <a:rPr b="1" lang="en-US" sz="1800" strike="noStrike" u="none">
                <a:solidFill>
                  <a:srgbClr val="000000"/>
                </a:solidFill>
                <a:uFillTx/>
                <a:latin typeface="Tenorite"/>
              </a:rPr>
              <a:t>bottom-up</a:t>
            </a:r>
            <a:r>
              <a:rPr b="0" lang="en-US" sz="1800" strike="noStrike" u="none">
                <a:solidFill>
                  <a:srgbClr val="000000"/>
                </a:solidFill>
                <a:uFillTx/>
                <a:latin typeface="Tenorite"/>
              </a:rPr>
              <a:t> approach, in which the algorithm starts with taking all data points as single clusters and merging them until one cluster is left.</a:t>
            </a:r>
            <a:endParaRPr b="0" lang="en-US" sz="1800" strike="noStrike" u="none">
              <a:solidFill>
                <a:srgbClr val="000000"/>
              </a:solidFill>
              <a:uFillTx/>
              <a:latin typeface="Arial"/>
            </a:endParaRPr>
          </a:p>
          <a:p>
            <a:pPr algn="just" defTabSz="914400">
              <a:lnSpc>
                <a:spcPct val="100000"/>
              </a:lnSpc>
            </a:pPr>
            <a:endParaRPr b="0" lang="en-US" sz="1800" strike="noStrike" u="none">
              <a:solidFill>
                <a:srgbClr val="000000"/>
              </a:solidFill>
              <a:uFillTx/>
              <a:latin typeface="Arial"/>
            </a:endParaRPr>
          </a:p>
          <a:p>
            <a:pPr marL="285840" indent="-285840" algn="just" defTabSz="914400">
              <a:lnSpc>
                <a:spcPct val="100000"/>
              </a:lnSpc>
              <a:buClr>
                <a:srgbClr val="000000"/>
              </a:buClr>
              <a:buFont typeface="Tenorite"/>
              <a:buAutoNum type="arabicPeriod"/>
            </a:pPr>
            <a:r>
              <a:rPr b="1" lang="en-US" sz="1800" strike="noStrike" u="none">
                <a:solidFill>
                  <a:srgbClr val="000000"/>
                </a:solidFill>
                <a:uFillTx/>
                <a:latin typeface="Tenorite"/>
              </a:rPr>
              <a:t>Divisive:</a:t>
            </a:r>
            <a:r>
              <a:rPr b="0" lang="en-US" sz="1800" strike="noStrike" u="none">
                <a:solidFill>
                  <a:srgbClr val="000000"/>
                </a:solidFill>
                <a:uFillTx/>
                <a:latin typeface="Tenorite"/>
              </a:rPr>
              <a:t> The divisive algorithm is the reverse of the agglomerative algorithm as it is a </a:t>
            </a:r>
            <a:r>
              <a:rPr b="1" lang="en-US" sz="1800" strike="noStrike" u="none">
                <a:solidFill>
                  <a:srgbClr val="000000"/>
                </a:solidFill>
                <a:uFillTx/>
                <a:latin typeface="Tenorite"/>
              </a:rPr>
              <a:t>top-down approach.</a:t>
            </a:r>
            <a:endParaRPr b="0" lang="en-US" sz="18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p:txBody>
      </p:sp>
      <p:pic>
        <p:nvPicPr>
          <p:cNvPr id="279" name="Picture 2" descr="Creating Hierarchical Clustering Algorithm"/>
          <p:cNvPicPr/>
          <p:nvPr/>
        </p:nvPicPr>
        <p:blipFill>
          <a:blip r:embed="rId1"/>
          <a:srcRect l="0" t="8562" r="0" b="16352"/>
          <a:stretch/>
        </p:blipFill>
        <p:spPr>
          <a:xfrm>
            <a:off x="432000" y="587160"/>
            <a:ext cx="3180960" cy="597240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rgbClr val="000000"/>
                </a:solidFill>
                <a:uFillTx/>
                <a:latin typeface="Tenorite"/>
              </a:rPr>
              <a:t>Agglomerative</a:t>
            </a:r>
            <a:br>
              <a:rPr sz="2800"/>
            </a:br>
            <a:r>
              <a:rPr b="1" lang="en-US" sz="2800" spc="150" strike="noStrike" u="none" cap="all">
                <a:solidFill>
                  <a:srgbClr val="000000"/>
                </a:solidFill>
                <a:uFillTx/>
                <a:latin typeface="Tenorite"/>
              </a:rPr>
              <a:t>Hierarchical Clustering</a:t>
            </a:r>
            <a:endParaRPr b="0" lang="en-US" sz="2800" strike="noStrike" u="none">
              <a:solidFill>
                <a:srgbClr val="000000"/>
              </a:solidFill>
              <a:uFillTx/>
              <a:latin typeface="Arial"/>
            </a:endParaRPr>
          </a:p>
        </p:txBody>
      </p:sp>
      <p:sp>
        <p:nvSpPr>
          <p:cNvPr id="281" name="PlaceHolder 2"/>
          <p:cNvSpPr>
            <a:spLocks noGrp="1"/>
          </p:cNvSpPr>
          <p:nvPr>
            <p:ph/>
          </p:nvPr>
        </p:nvSpPr>
        <p:spPr>
          <a:xfrm>
            <a:off x="3975120" y="318600"/>
            <a:ext cx="4208760" cy="39927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82" name="PlaceHolder 3"/>
          <p:cNvSpPr>
            <a:spLocks noGrp="1"/>
          </p:cNvSpPr>
          <p:nvPr>
            <p:ph type="sldNum" idx="94"/>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51C068A9-0DA0-497D-81F9-05F8D941F794}"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83" name="Picture 2" descr="Dendrogram of Agglomerative Clustering Approach"/>
          <p:cNvPicPr/>
          <p:nvPr/>
        </p:nvPicPr>
        <p:blipFill>
          <a:blip r:embed="rId1"/>
          <a:stretch/>
        </p:blipFill>
        <p:spPr>
          <a:xfrm>
            <a:off x="4233960" y="923760"/>
            <a:ext cx="6841440" cy="500940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655560" y="4156560"/>
            <a:ext cx="3138480" cy="1324440"/>
          </a:xfrm>
          <a:prstGeom prst="rect">
            <a:avLst/>
          </a:prstGeom>
          <a:noFill/>
          <a:ln w="0">
            <a:noFill/>
          </a:ln>
        </p:spPr>
        <p:txBody>
          <a:bodyPr lIns="91440" rIns="91440" tIns="45720" bIns="45720" anchor="b">
            <a:noAutofit/>
          </a:bodyPr>
          <a:p>
            <a:pPr indent="0" defTabSz="914400">
              <a:lnSpc>
                <a:spcPct val="90000"/>
              </a:lnSpc>
              <a:buNone/>
              <a:tabLst>
                <a:tab algn="l" pos="0"/>
              </a:tabLst>
            </a:pPr>
            <a:r>
              <a:rPr b="1" lang="en-US" sz="2800" spc="150" strike="noStrike" u="none" cap="all">
                <a:solidFill>
                  <a:srgbClr val="000000"/>
                </a:solidFill>
                <a:uFillTx/>
                <a:latin typeface="Tenorite"/>
              </a:rPr>
              <a:t>Divisive</a:t>
            </a:r>
            <a:br>
              <a:rPr sz="2800"/>
            </a:br>
            <a:r>
              <a:rPr b="1" lang="en-US" sz="2800" spc="150" strike="noStrike" u="none" cap="all">
                <a:solidFill>
                  <a:srgbClr val="000000"/>
                </a:solidFill>
                <a:uFillTx/>
                <a:latin typeface="Tenorite"/>
              </a:rPr>
              <a:t>Hierarchical Clustering</a:t>
            </a:r>
            <a:endParaRPr b="0" lang="en-US" sz="2800" strike="noStrike" u="none">
              <a:solidFill>
                <a:srgbClr val="000000"/>
              </a:solidFill>
              <a:uFillTx/>
              <a:latin typeface="Arial"/>
            </a:endParaRPr>
          </a:p>
        </p:txBody>
      </p:sp>
      <p:sp>
        <p:nvSpPr>
          <p:cNvPr id="285" name="PlaceHolder 2"/>
          <p:cNvSpPr>
            <a:spLocks noGrp="1"/>
          </p:cNvSpPr>
          <p:nvPr>
            <p:ph/>
          </p:nvPr>
        </p:nvSpPr>
        <p:spPr>
          <a:xfrm>
            <a:off x="3975120" y="318600"/>
            <a:ext cx="4208760" cy="39927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1800" strike="noStrike" u="none">
              <a:solidFill>
                <a:srgbClr val="000000"/>
              </a:solidFill>
              <a:uFillTx/>
              <a:latin typeface="Arial"/>
            </a:endParaRPr>
          </a:p>
          <a:p>
            <a:pPr indent="0" defTabSz="914400">
              <a:lnSpc>
                <a:spcPct val="90000"/>
              </a:lnSpc>
              <a:spcBef>
                <a:spcPts val="1001"/>
              </a:spcBef>
              <a:buNone/>
              <a:tabLst>
                <a:tab algn="l" pos="0"/>
              </a:tabLst>
            </a:pPr>
            <a:endParaRPr b="0" lang="en-US" sz="2000" strike="noStrike" u="none">
              <a:solidFill>
                <a:srgbClr val="000000"/>
              </a:solidFill>
              <a:uFillTx/>
              <a:latin typeface="Arial"/>
            </a:endParaRPr>
          </a:p>
        </p:txBody>
      </p:sp>
      <p:sp>
        <p:nvSpPr>
          <p:cNvPr id="286" name="PlaceHolder 3"/>
          <p:cNvSpPr>
            <a:spLocks noGrp="1"/>
          </p:cNvSpPr>
          <p:nvPr>
            <p:ph type="sldNum" idx="95"/>
          </p:nvPr>
        </p:nvSpPr>
        <p:spPr>
          <a:xfrm>
            <a:off x="10700640" y="6356520"/>
            <a:ext cx="65196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900" strike="noStrike" u="none">
                <a:solidFill>
                  <a:schemeClr val="dk1">
                    <a:tint val="75000"/>
                  </a:schemeClr>
                </a:solidFill>
                <a:uFillTx/>
                <a:latin typeface="Tenorite"/>
              </a:defRPr>
            </a:lvl1pPr>
          </a:lstStyle>
          <a:p>
            <a:pPr indent="0" algn="r" defTabSz="914400">
              <a:lnSpc>
                <a:spcPct val="100000"/>
              </a:lnSpc>
              <a:buNone/>
              <a:tabLst>
                <a:tab algn="l" pos="0"/>
              </a:tabLst>
            </a:pPr>
            <a:fld id="{A20C1F17-6EDA-4A91-BC9D-1DCBA31A0BB1}" type="slidenum">
              <a:rPr b="0" lang="en-US" sz="900" strike="noStrike" u="none">
                <a:solidFill>
                  <a:schemeClr val="dk1">
                    <a:tint val="75000"/>
                  </a:schemeClr>
                </a:solidFill>
                <a:uFillTx/>
                <a:latin typeface="Tenorite"/>
              </a:rPr>
              <a:t>&lt;number&gt;</a:t>
            </a:fld>
            <a:endParaRPr b="0" lang="en-US" sz="900" strike="noStrike" u="none">
              <a:solidFill>
                <a:srgbClr val="000000"/>
              </a:solidFill>
              <a:uFillTx/>
              <a:latin typeface="Times New Roman"/>
            </a:endParaRPr>
          </a:p>
        </p:txBody>
      </p:sp>
      <p:pic>
        <p:nvPicPr>
          <p:cNvPr id="287" name="Picture 2" descr="Dendrogram of Divisive Clustering Approach"/>
          <p:cNvPicPr/>
          <p:nvPr/>
        </p:nvPicPr>
        <p:blipFill>
          <a:blip r:embed="rId1"/>
          <a:stretch/>
        </p:blipFill>
        <p:spPr>
          <a:xfrm>
            <a:off x="4283640" y="779760"/>
            <a:ext cx="7236000" cy="53312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light sales pitch</Template>
  <TotalTime>9551</TotalTime>
  <Application>LibreOffice/24.8.6.2$Linux_X86_64 LibreOffice_project/d50be90c1d90f0f90a5235ffcbbafbbfa38a83c2</Application>
  <AppVersion>15.0000</AppVersion>
  <Words>2041</Words>
  <Paragraphs>359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2023-03-15T07:13:31Z</dcterms:created>
  <dc:creator>HAFIZ MUSTAFA UD DIN SHEIKH</dc:creator>
  <dc:description/>
  <dc:language>en-US</dc:language>
  <cp:lastModifiedBy/>
  <dcterms:modified xsi:type="dcterms:W3CDTF">2025-04-09T12:33:43Z</dcterms:modified>
  <cp:revision>142</cp:revision>
  <dc:subject/>
  <dc:title>Introduction to data science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PresentationFormat">
    <vt:lpwstr>Widescreen</vt:lpwstr>
  </property>
  <property fmtid="{D5CDD505-2E9C-101B-9397-08002B2CF9AE}" pid="4" name="Slides">
    <vt:i4>35</vt:i4>
  </property>
</Properties>
</file>