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_rels/theme7.xml.rels" ContentType="application/vnd.openxmlformats-package.relationships+xml"/>
  <Override PartName="/ppt/theme/_rels/theme6.xml.rels" ContentType="application/vnd.openxmlformats-package.relationships+xml"/>
  <Override PartName="/ppt/theme/_rels/theme5.xml.rels" ContentType="application/vnd.openxmlformats-package.relationships+xml"/>
  <Override PartName="/ppt/theme/_rels/theme4.xml.rels" ContentType="application/vnd.openxmlformats-package.relationships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5.png" ContentType="image/png"/>
  <Override PartName="/ppt/media/image3.jpeg" ContentType="image/jpeg"/>
  <Override PartName="/ppt/media/image4.png" ContentType="image/png"/>
  <Override PartName="/ppt/media/image6.png" ContentType="image/png"/>
  <Override PartName="/ppt/media/image7.wmf" ContentType="image/x-wmf"/>
  <Override PartName="/ppt/media/image8.wmf" ContentType="image/x-wmf"/>
  <Override PartName="/ppt/media/image9.wmf" ContentType="image/x-wmf"/>
  <Override PartName="/ppt/media/image10.wmf" ContentType="image/x-wmf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embeddings/oleObject1.bin" ContentType="application/vnd.openxmlformats-officedocument.oleObject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CD168F3-CC12-4D7B-8AD4-F4A5C3BD5677}" type="slidenum"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9640" cy="400896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8"/>
          </p:nvPr>
        </p:nvSpPr>
        <p:spPr>
          <a:xfrm>
            <a:off x="4282200" y="10155600"/>
            <a:ext cx="3275640" cy="53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trike="noStrike" u="none">
                <a:solidFill>
                  <a:schemeClr val="dk1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3D3180-63A3-4AA5-9B46-FBD332B1AED5}" type="slidenum">
              <a:rPr b="0" lang="en-GB" sz="1200" strike="noStrike" u="none">
                <a:solidFill>
                  <a:schemeClr val="dk1"/>
                </a:solidFill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1260000" y="801720"/>
            <a:ext cx="5039640" cy="400896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9"/>
          </p:nvPr>
        </p:nvSpPr>
        <p:spPr>
          <a:xfrm>
            <a:off x="4282200" y="10155600"/>
            <a:ext cx="3275640" cy="53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200" strike="noStrike" u="none">
                <a:solidFill>
                  <a:schemeClr val="dk1"/>
                </a:solidFill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BB4B3E-B7B2-4556-AB42-C0D81C78CECE}" type="slidenum">
              <a:rPr b="0" lang="en-GB" sz="1200" strike="noStrike" u="none">
                <a:solidFill>
                  <a:schemeClr val="dk1"/>
                </a:solidFill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B65864-8F7F-4E00-83C1-72DC0A86F9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ittel, tekst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4F0D27-88BD-47FA-932D-CD3C2A643D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tel, tekst og innhol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66AEC34-BD2E-4762-AF84-F230D6F039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tel, tekst og innhol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36DCD85-9B6E-4D54-A681-206A3FDAC1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Tittel, tekst og innhol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F266828-676C-48AC-950B-D13D19026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9AF96FA-7E10-4383-9CAC-25114B056E5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483840" cy="505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edit the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title text </a:t>
            </a: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483840" cy="505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9483840" cy="505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8840" cy="114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4772" sy="64772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/>
          <p:cNvSpPr/>
          <p:nvPr/>
        </p:nvSpPr>
        <p:spPr>
          <a:xfrm>
            <a:off x="-12240" y="-7200"/>
            <a:ext cx="12216960" cy="1041120"/>
          </a:xfrm>
          <a:custGeom>
            <a:avLst/>
            <a:gdLst/>
            <a:ahLst/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14" name="Freeform 7"/>
          <p:cNvSpPr/>
          <p:nvPr/>
        </p:nvSpPr>
        <p:spPr>
          <a:xfrm>
            <a:off x="5842080" y="-7200"/>
            <a:ext cx="6349680" cy="637920"/>
          </a:xfrm>
          <a:custGeom>
            <a:avLst/>
            <a:gdLst/>
            <a:ahLst/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grpSp>
        <p:nvGrpSpPr>
          <p:cNvPr id="15" name="Group 1"/>
          <p:cNvGrpSpPr/>
          <p:nvPr/>
        </p:nvGrpSpPr>
        <p:grpSpPr>
          <a:xfrm>
            <a:off x="-38880" y="-17280"/>
            <a:ext cx="12263400" cy="1086840"/>
            <a:chOff x="-38880" y="-17280"/>
            <a:chExt cx="12263400" cy="1086840"/>
          </a:xfrm>
        </p:grpSpPr>
        <p:sp>
          <p:nvSpPr>
            <p:cNvPr id="16" name="Freeform 11"/>
            <p:cNvSpPr/>
            <p:nvPr/>
          </p:nvSpPr>
          <p:spPr>
            <a:xfrm rot="21476400">
              <a:off x="-30960" y="201600"/>
              <a:ext cx="12211200" cy="649080"/>
            </a:xfrm>
            <a:custGeom>
              <a:avLst/>
              <a:gdLst/>
              <a:ahLst/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onstantia"/>
              </a:endParaRPr>
            </a:p>
          </p:txBody>
        </p:sp>
        <p:sp>
          <p:nvSpPr>
            <p:cNvPr id="17" name="Freeform 12"/>
            <p:cNvSpPr/>
            <p:nvPr/>
          </p:nvSpPr>
          <p:spPr>
            <a:xfrm rot="21476400">
              <a:off x="-23040" y="275400"/>
              <a:ext cx="12227760" cy="529920"/>
            </a:xfrm>
            <a:custGeom>
              <a:avLst/>
              <a:gdLst/>
              <a:ahLst/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onstantia"/>
              </a:endParaRPr>
            </a:p>
          </p:txBody>
        </p:sp>
      </p:grp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5000" strike="noStrike" u="none">
                <a:solidFill>
                  <a:schemeClr val="dk2"/>
                </a:solidFill>
                <a:uFillTx/>
                <a:latin typeface="Calibri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935360"/>
            <a:ext cx="10972440" cy="43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Click to edit Master text styles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2" marL="914400" indent="-24696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onstantia"/>
              </a:rPr>
              <a:t>Third level</a:t>
            </a: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3" marL="1188720" indent="-21024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onstantia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4" marL="1463040" indent="-21024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onstantia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2"/>
          </p:nvPr>
        </p:nvSpPr>
        <p:spPr>
          <a:xfrm>
            <a:off x="3555720" y="6356520"/>
            <a:ext cx="44697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3"/>
          </p:nvPr>
        </p:nvSpPr>
        <p:spPr>
          <a:xfrm>
            <a:off x="10566000" y="6356520"/>
            <a:ext cx="10155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10AE23-8691-46A4-80DC-D737936995D2}" type="slidenum">
              <a:rPr b="0" lang="en-US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4772" sy="64772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"/>
          <p:cNvSpPr/>
          <p:nvPr/>
        </p:nvSpPr>
        <p:spPr>
          <a:xfrm>
            <a:off x="-12240" y="-7200"/>
            <a:ext cx="12216960" cy="1041120"/>
          </a:xfrm>
          <a:custGeom>
            <a:avLst/>
            <a:gdLst/>
            <a:ahLst/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26" name="Freeform 7"/>
          <p:cNvSpPr/>
          <p:nvPr/>
        </p:nvSpPr>
        <p:spPr>
          <a:xfrm>
            <a:off x="5842080" y="-7200"/>
            <a:ext cx="6349680" cy="637920"/>
          </a:xfrm>
          <a:custGeom>
            <a:avLst/>
            <a:gdLst/>
            <a:ahLst/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grpSp>
        <p:nvGrpSpPr>
          <p:cNvPr id="27" name="Group 1"/>
          <p:cNvGrpSpPr/>
          <p:nvPr/>
        </p:nvGrpSpPr>
        <p:grpSpPr>
          <a:xfrm>
            <a:off x="-38880" y="-17280"/>
            <a:ext cx="12263400" cy="1086840"/>
            <a:chOff x="-38880" y="-17280"/>
            <a:chExt cx="12263400" cy="1086840"/>
          </a:xfrm>
        </p:grpSpPr>
        <p:sp>
          <p:nvSpPr>
            <p:cNvPr id="28" name="Freeform 11"/>
            <p:cNvSpPr/>
            <p:nvPr/>
          </p:nvSpPr>
          <p:spPr>
            <a:xfrm rot="21476400">
              <a:off x="-30960" y="201600"/>
              <a:ext cx="12211200" cy="649080"/>
            </a:xfrm>
            <a:custGeom>
              <a:avLst/>
              <a:gdLst/>
              <a:ahLst/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onstantia"/>
              </a:endParaRPr>
            </a:p>
          </p:txBody>
        </p:sp>
        <p:sp>
          <p:nvSpPr>
            <p:cNvPr id="29" name="Freeform 12"/>
            <p:cNvSpPr/>
            <p:nvPr/>
          </p:nvSpPr>
          <p:spPr>
            <a:xfrm rot="21476400">
              <a:off x="-23040" y="275400"/>
              <a:ext cx="12227760" cy="529920"/>
            </a:xfrm>
            <a:custGeom>
              <a:avLst/>
              <a:gdLst/>
              <a:ahLst/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onstantia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nb-NO" sz="5000" strike="noStrike" u="none">
                <a:solidFill>
                  <a:schemeClr val="dk2"/>
                </a:solidFill>
                <a:uFillTx/>
                <a:latin typeface="Calibri"/>
              </a:rPr>
              <a:t>Klikk for å redigere tittelstil</a:t>
            </a:r>
            <a:endParaRPr b="0" lang="en-US" sz="5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nb-NO" sz="2600" strike="noStrike" u="none">
                <a:solidFill>
                  <a:schemeClr val="dk1"/>
                </a:solidFill>
                <a:uFillTx/>
                <a:latin typeface="Constantia"/>
              </a:rPr>
              <a:t>Klikk for å redigere tekststiler i malen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b="0" lang="nb-NO" sz="2400" strike="noStrike" u="none">
                <a:solidFill>
                  <a:schemeClr val="dk1"/>
                </a:solidFill>
                <a:uFillTx/>
                <a:latin typeface="Constantia"/>
              </a:rPr>
              <a:t>Andre nivå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2" marL="914400" indent="-24696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b="0" lang="nb-NO" sz="2100" strike="noStrike" u="none">
                <a:solidFill>
                  <a:schemeClr val="dk1"/>
                </a:solidFill>
                <a:uFillTx/>
                <a:latin typeface="Constantia"/>
              </a:rPr>
              <a:t>Tredje nivå</a:t>
            </a: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3" marL="1188720" indent="-21024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b="0" lang="nb-NO" sz="2000" strike="noStrike" u="none">
                <a:solidFill>
                  <a:schemeClr val="dk1"/>
                </a:solidFill>
                <a:uFillTx/>
                <a:latin typeface="Constantia"/>
              </a:rPr>
              <a:t>Fjerde nivå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4" marL="1463040" indent="-21024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b="0" lang="nb-NO" sz="2000" strike="noStrike" u="none">
                <a:solidFill>
                  <a:schemeClr val="dk1"/>
                </a:solidFill>
                <a:uFillTx/>
                <a:latin typeface="Constantia"/>
              </a:rPr>
              <a:t>Femte nivå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8948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nb-NO" sz="2600" strike="noStrike" u="none">
                <a:solidFill>
                  <a:schemeClr val="dk1"/>
                </a:solidFill>
                <a:uFillTx/>
                <a:latin typeface="Constantia"/>
              </a:rPr>
              <a:t>Klikk for å redigere tekststiler i malen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b="0" lang="nb-NO" sz="2400" strike="noStrike" u="none">
                <a:solidFill>
                  <a:schemeClr val="dk1"/>
                </a:solidFill>
                <a:uFillTx/>
                <a:latin typeface="Constantia"/>
              </a:rPr>
              <a:t>Andre nivå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2" marL="914400" indent="-24696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b="0" lang="nb-NO" sz="2100" strike="noStrike" u="none">
                <a:solidFill>
                  <a:schemeClr val="dk1"/>
                </a:solidFill>
                <a:uFillTx/>
                <a:latin typeface="Constantia"/>
              </a:rPr>
              <a:t>Tredje nivå</a:t>
            </a: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3" marL="1188720" indent="-21024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b="0" lang="nb-NO" sz="2000" strike="noStrike" u="none">
                <a:solidFill>
                  <a:schemeClr val="dk1"/>
                </a:solidFill>
                <a:uFillTx/>
                <a:latin typeface="Constantia"/>
              </a:rPr>
              <a:t>Fjerde nivå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4" marL="1463040" indent="-21024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b="0" lang="nb-NO" sz="2000" strike="noStrike" u="none">
                <a:solidFill>
                  <a:schemeClr val="dk1"/>
                </a:solidFill>
                <a:uFillTx/>
                <a:latin typeface="Constantia"/>
              </a:rPr>
              <a:t>Femte nivå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nb-NO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nb-NO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5"/>
          </p:nvPr>
        </p:nvSpPr>
        <p:spPr>
          <a:xfrm>
            <a:off x="3555720" y="6356520"/>
            <a:ext cx="44697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sldNum" idx="6"/>
          </p:nvPr>
        </p:nvSpPr>
        <p:spPr>
          <a:xfrm>
            <a:off x="10566000" y="6356520"/>
            <a:ext cx="10155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442AEC-A4DA-45ED-B406-49C7350EEB8D}" type="slidenum">
              <a:rPr b="0" lang="en-GB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4772" sy="64772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6"/>
          <p:cNvSpPr/>
          <p:nvPr/>
        </p:nvSpPr>
        <p:spPr>
          <a:xfrm>
            <a:off x="-12240" y="-7200"/>
            <a:ext cx="12216960" cy="1041120"/>
          </a:xfrm>
          <a:custGeom>
            <a:avLst/>
            <a:gdLst/>
            <a:ahLst/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40" name="Freeform 7"/>
          <p:cNvSpPr/>
          <p:nvPr/>
        </p:nvSpPr>
        <p:spPr>
          <a:xfrm>
            <a:off x="5842080" y="-7200"/>
            <a:ext cx="6349680" cy="637920"/>
          </a:xfrm>
          <a:custGeom>
            <a:avLst/>
            <a:gdLst/>
            <a:ahLst/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grpSp>
        <p:nvGrpSpPr>
          <p:cNvPr id="41" name="Group 1"/>
          <p:cNvGrpSpPr/>
          <p:nvPr/>
        </p:nvGrpSpPr>
        <p:grpSpPr>
          <a:xfrm>
            <a:off x="-38880" y="-17280"/>
            <a:ext cx="12263400" cy="1086840"/>
            <a:chOff x="-38880" y="-17280"/>
            <a:chExt cx="12263400" cy="1086840"/>
          </a:xfrm>
        </p:grpSpPr>
        <p:sp>
          <p:nvSpPr>
            <p:cNvPr id="42" name="Freeform 11"/>
            <p:cNvSpPr/>
            <p:nvPr/>
          </p:nvSpPr>
          <p:spPr>
            <a:xfrm rot="21476400">
              <a:off x="-30960" y="201600"/>
              <a:ext cx="12211200" cy="649080"/>
            </a:xfrm>
            <a:custGeom>
              <a:avLst/>
              <a:gdLst/>
              <a:ahLst/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onstantia"/>
              </a:endParaRPr>
            </a:p>
          </p:txBody>
        </p:sp>
        <p:sp>
          <p:nvSpPr>
            <p:cNvPr id="43" name="Freeform 12"/>
            <p:cNvSpPr/>
            <p:nvPr/>
          </p:nvSpPr>
          <p:spPr>
            <a:xfrm rot="21476400">
              <a:off x="-23040" y="275400"/>
              <a:ext cx="12227760" cy="529920"/>
            </a:xfrm>
            <a:custGeom>
              <a:avLst/>
              <a:gdLst/>
              <a:ahLst/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onstantia"/>
              </a:endParaRPr>
            </a:p>
          </p:txBody>
        </p:sp>
      </p:grp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nb-NO" sz="5000" strike="noStrike" u="none">
                <a:solidFill>
                  <a:schemeClr val="dk2"/>
                </a:solidFill>
                <a:uFillTx/>
                <a:latin typeface="Calibri"/>
              </a:rPr>
              <a:t>Klikk for å redigere tittelstil</a:t>
            </a:r>
            <a:endParaRPr b="0" lang="en-US" sz="5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91440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nb-NO" sz="2600" strike="noStrike" u="none">
                <a:solidFill>
                  <a:schemeClr val="dk1"/>
                </a:solidFill>
                <a:uFillTx/>
                <a:latin typeface="Constantia"/>
              </a:rPr>
              <a:t>Klikk for å redigere tekststiler i malen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b="0" lang="nb-NO" sz="2400" strike="noStrike" u="none">
                <a:solidFill>
                  <a:schemeClr val="dk1"/>
                </a:solidFill>
                <a:uFillTx/>
                <a:latin typeface="Constantia"/>
              </a:rPr>
              <a:t>Andre nivå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2" marL="914400" indent="-24696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b="0" lang="nb-NO" sz="2100" strike="noStrike" u="none">
                <a:solidFill>
                  <a:schemeClr val="dk1"/>
                </a:solidFill>
                <a:uFillTx/>
                <a:latin typeface="Constantia"/>
              </a:rPr>
              <a:t>Tredje nivå</a:t>
            </a: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3" marL="1188720" indent="-21024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b="0" lang="nb-NO" sz="2000" strike="noStrike" u="none">
                <a:solidFill>
                  <a:schemeClr val="dk1"/>
                </a:solidFill>
                <a:uFillTx/>
                <a:latin typeface="Constantia"/>
              </a:rPr>
              <a:t>Fjerde nivå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4" marL="1463040" indent="-21024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b="0" lang="nb-NO" sz="2000" strike="noStrike" u="none">
                <a:solidFill>
                  <a:schemeClr val="dk1"/>
                </a:solidFill>
                <a:uFillTx/>
                <a:latin typeface="Constantia"/>
              </a:rPr>
              <a:t>Femte nivå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189480" y="1413000"/>
            <a:ext cx="5087520" cy="446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nb-NO" sz="2600" strike="noStrike" u="none">
                <a:solidFill>
                  <a:schemeClr val="dk1"/>
                </a:solidFill>
                <a:uFillTx/>
                <a:latin typeface="Constantia"/>
              </a:rPr>
              <a:t>Klikk for å redigere tekststiler i malen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b="0" lang="nb-NO" sz="2400" strike="noStrike" u="none">
                <a:solidFill>
                  <a:schemeClr val="dk1"/>
                </a:solidFill>
                <a:uFillTx/>
                <a:latin typeface="Constantia"/>
              </a:rPr>
              <a:t>Andre nivå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2" marL="914400" indent="-24696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b="0" lang="nb-NO" sz="2100" strike="noStrike" u="none">
                <a:solidFill>
                  <a:schemeClr val="dk1"/>
                </a:solidFill>
                <a:uFillTx/>
                <a:latin typeface="Constantia"/>
              </a:rPr>
              <a:t>Tredje nivå</a:t>
            </a: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3" marL="1188720" indent="-21024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b="0" lang="nb-NO" sz="2000" strike="noStrike" u="none">
                <a:solidFill>
                  <a:schemeClr val="dk1"/>
                </a:solidFill>
                <a:uFillTx/>
                <a:latin typeface="Constantia"/>
              </a:rPr>
              <a:t>Fjerde nivå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4" marL="1463040" indent="-21024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b="0" lang="nb-NO" sz="2000" strike="noStrike" u="none">
                <a:solidFill>
                  <a:schemeClr val="dk1"/>
                </a:solidFill>
                <a:uFillTx/>
                <a:latin typeface="Constantia"/>
              </a:rPr>
              <a:t>Femte nivå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nb-NO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nb-NO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8"/>
          </p:nvPr>
        </p:nvSpPr>
        <p:spPr>
          <a:xfrm>
            <a:off x="3555720" y="6356520"/>
            <a:ext cx="44697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9"/>
          </p:nvPr>
        </p:nvSpPr>
        <p:spPr>
          <a:xfrm>
            <a:off x="10566000" y="6356520"/>
            <a:ext cx="10155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64040F-CFFE-46FF-B80C-D78FFEA3F22C}" type="slidenum">
              <a:rPr b="0" lang="en-GB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3"/>
    <p:sldLayoutId id="2147483660" r:id="rId4"/>
    <p:sldLayoutId id="2147483661" r:id="rId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4772" sy="64772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 6"/>
          <p:cNvSpPr/>
          <p:nvPr/>
        </p:nvSpPr>
        <p:spPr>
          <a:xfrm>
            <a:off x="-12240" y="-7200"/>
            <a:ext cx="12216960" cy="1041120"/>
          </a:xfrm>
          <a:custGeom>
            <a:avLst/>
            <a:gdLst/>
            <a:ahLst/>
            <a:rect l="l" t="t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4a0">
                  <a:alpha val="45000"/>
                </a:srgbClr>
              </a:gs>
              <a:gs pos="100000">
                <a:srgbClr val="00c4cd">
                  <a:alpha val="5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58" name="Freeform 7"/>
          <p:cNvSpPr/>
          <p:nvPr/>
        </p:nvSpPr>
        <p:spPr>
          <a:xfrm>
            <a:off x="5842080" y="-7200"/>
            <a:ext cx="6349680" cy="637920"/>
          </a:xfrm>
          <a:custGeom>
            <a:avLst/>
            <a:gdLst/>
            <a:ahLst/>
            <a:rect l="l" t="t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0a8">
                  <a:alpha val="30000"/>
                </a:srgbClr>
              </a:gs>
              <a:gs pos="80000">
                <a:srgbClr val="008abf">
                  <a:alpha val="45000"/>
                </a:srgbClr>
              </a:gs>
            </a:gsLst>
            <a:lin ang="5400000"/>
          </a:gradFill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grpSp>
        <p:nvGrpSpPr>
          <p:cNvPr id="59" name="Group 1"/>
          <p:cNvGrpSpPr/>
          <p:nvPr/>
        </p:nvGrpSpPr>
        <p:grpSpPr>
          <a:xfrm>
            <a:off x="-38880" y="-17280"/>
            <a:ext cx="12263400" cy="1086840"/>
            <a:chOff x="-38880" y="-17280"/>
            <a:chExt cx="12263400" cy="1086840"/>
          </a:xfrm>
        </p:grpSpPr>
        <p:sp>
          <p:nvSpPr>
            <p:cNvPr id="60" name="Freeform 11"/>
            <p:cNvSpPr/>
            <p:nvPr/>
          </p:nvSpPr>
          <p:spPr>
            <a:xfrm rot="21476400">
              <a:off x="-30960" y="201600"/>
              <a:ext cx="12211200" cy="649080"/>
            </a:xfrm>
            <a:custGeom>
              <a:avLst/>
              <a:gdLst/>
              <a:ahLst/>
              <a:rect l="l" t="t" r="r" b="b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>
              <a:solidFill>
                <a:srgbClr val="09b7b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onstantia"/>
              </a:endParaRPr>
            </a:p>
          </p:txBody>
        </p:sp>
        <p:sp>
          <p:nvSpPr>
            <p:cNvPr id="61" name="Freeform 12"/>
            <p:cNvSpPr/>
            <p:nvPr/>
          </p:nvSpPr>
          <p:spPr>
            <a:xfrm rot="21476400">
              <a:off x="-23040" y="275400"/>
              <a:ext cx="12227760" cy="529920"/>
            </a:xfrm>
            <a:custGeom>
              <a:avLst/>
              <a:gdLst/>
              <a:ahLst/>
              <a:rect l="l" t="t" r="r" b="b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>
              <a:solidFill>
                <a:srgbClr val="0f6fc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anchor="t">
              <a:noAutofit/>
            </a:bodyPr>
            <a:p>
              <a:endParaRPr b="0" lang="en-US" sz="1800" strike="noStrike" u="none">
                <a:solidFill>
                  <a:schemeClr val="dk1"/>
                </a:solidFill>
                <a:uFillTx/>
                <a:latin typeface="Constantia"/>
              </a:endParaRPr>
            </a:p>
          </p:txBody>
        </p:sp>
      </p:grp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5000" strike="noStrike" u="none">
                <a:solidFill>
                  <a:schemeClr val="dk2"/>
                </a:solidFill>
                <a:uFillTx/>
                <a:latin typeface="Calibri"/>
              </a:rPr>
              <a:t>Click to edit Master title style</a:t>
            </a:r>
            <a:endParaRPr b="0" lang="en-US" sz="5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935360"/>
            <a:ext cx="10972440" cy="43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Click to edit Master text styles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2" marL="914400" indent="-246960">
              <a:lnSpc>
                <a:spcPct val="100000"/>
              </a:lnSpc>
              <a:spcBef>
                <a:spcPts val="420"/>
              </a:spcBef>
              <a:buClr>
                <a:srgbClr val="009dd9"/>
              </a:buClr>
              <a:buSzPct val="70000"/>
              <a:buFont typeface="Wingdings 2" charset="2"/>
              <a:buChar char=""/>
            </a:pPr>
            <a:r>
              <a:rPr b="0" lang="en-US" sz="2100" strike="noStrike" u="none">
                <a:solidFill>
                  <a:schemeClr val="dk1"/>
                </a:solidFill>
                <a:uFillTx/>
                <a:latin typeface="Constantia"/>
              </a:rPr>
              <a:t>Third level</a:t>
            </a:r>
            <a:endParaRPr b="0" lang="en-US" sz="21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3" marL="1188720" indent="-210240">
              <a:lnSpc>
                <a:spcPct val="100000"/>
              </a:lnSpc>
              <a:spcBef>
                <a:spcPts val="400"/>
              </a:spcBef>
              <a:buClr>
                <a:srgbClr val="0bd0d9"/>
              </a:buClr>
              <a:buSzPct val="65000"/>
              <a:buFont typeface="Wingdings 2" charset="2"/>
              <a:buChar char="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onstantia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4" marL="1463040" indent="-210240">
              <a:lnSpc>
                <a:spcPct val="100000"/>
              </a:lnSpc>
              <a:spcBef>
                <a:spcPts val="400"/>
              </a:spcBef>
              <a:buClr>
                <a:srgbClr val="10cf9b"/>
              </a:buClr>
              <a:buSzPct val="65000"/>
              <a:buFont typeface="Wingdings 2" charset="2"/>
              <a:buChar char="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onstantia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rPr>
              <a:t> </a:t>
            </a:r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11"/>
          </p:nvPr>
        </p:nvSpPr>
        <p:spPr>
          <a:xfrm>
            <a:off x="3555720" y="6356520"/>
            <a:ext cx="44697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12"/>
          </p:nvPr>
        </p:nvSpPr>
        <p:spPr>
          <a:xfrm>
            <a:off x="10566000" y="6356520"/>
            <a:ext cx="10155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FD3746-EB24-4509-AD16-C8435B7631DB}" type="slidenum">
              <a:rPr b="0" lang="en-US" sz="1200" strike="noStrike" u="none">
                <a:solidFill>
                  <a:schemeClr val="dk2">
                    <a:shade val="90000"/>
                  </a:schemeClr>
                </a:solidFill>
                <a:uFillTx/>
                <a:latin typeface="Constantia"/>
              </a:rPr>
              <a:t>1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.wmf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.wmf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.wmf"/><Relationship Id="rId3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wmf"/><Relationship Id="rId2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429000" y="4434840"/>
            <a:ext cx="7924320" cy="111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000" spc="150" strike="noStrike" u="none" cap="all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Tenorite"/>
              </a:rPr>
              <a:t>Simulated annealing</a:t>
            </a:r>
            <a:endParaRPr b="0" lang="en-US" sz="4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3520080" y="5556960"/>
            <a:ext cx="4937400" cy="39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indent="0" algn="ctr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609480" y="1066680"/>
            <a:ext cx="10972440" cy="525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1" lang="en-US" sz="2600" strike="noStrike" u="none">
                <a:solidFill>
                  <a:srgbClr val="ff0000"/>
                </a:solidFill>
                <a:uFillTx/>
                <a:latin typeface="Constantia"/>
              </a:rPr>
              <a:t>Problem:</a:t>
            </a: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 Iterative Improvement stops at Local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minima, which can be very “poor”.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algn="l" pos="0"/>
              </a:tabLst>
            </a:pP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Strategies are required to prevent the search from getting trapped in local minima and to escape from them.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5000" strike="noStrike" u="none">
                <a:solidFill>
                  <a:schemeClr val="dk2"/>
                </a:solidFill>
                <a:uFillTx/>
                <a:latin typeface="Calibri"/>
              </a:rPr>
              <a:t>Three basic ideas</a:t>
            </a:r>
            <a:endParaRPr b="0" lang="en-US" sz="5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203040" y="1935360"/>
            <a:ext cx="11988720" cy="43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1) </a:t>
            </a:r>
            <a:r>
              <a:rPr b="1" lang="en-US" sz="2600" strike="noStrike" u="none">
                <a:solidFill>
                  <a:schemeClr val="dk1"/>
                </a:solidFill>
                <a:uFillTx/>
                <a:latin typeface="Constantia"/>
              </a:rPr>
              <a:t>Accept </a:t>
            </a:r>
            <a:r>
              <a:rPr b="1" i="1" lang="en-US" sz="2600" strike="noStrike" u="none">
                <a:solidFill>
                  <a:schemeClr val="dk1"/>
                </a:solidFill>
                <a:uFillTx/>
                <a:latin typeface="Constantia"/>
              </a:rPr>
              <a:t>up-hill </a:t>
            </a:r>
            <a:r>
              <a:rPr b="1" lang="en-US" sz="2600" strike="noStrike" u="none">
                <a:solidFill>
                  <a:schemeClr val="dk1"/>
                </a:solidFill>
                <a:uFillTx/>
                <a:latin typeface="Constantia"/>
              </a:rPr>
              <a:t>moves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i.e., the search moves toward a solution with a </a:t>
            </a:r>
            <a:r>
              <a:rPr b="0" i="1" lang="en-US" sz="2400" strike="noStrike" u="none">
                <a:solidFill>
                  <a:schemeClr val="dk1"/>
                </a:solidFill>
                <a:uFillTx/>
                <a:latin typeface="Constantia"/>
              </a:rPr>
              <a:t>worse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objective function value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0000"/>
                </a:solidFill>
                <a:uFillTx/>
                <a:latin typeface="Constantia"/>
              </a:rPr>
              <a:t>Intuition: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climb the hills and go downward in another direction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2) </a:t>
            </a:r>
            <a:r>
              <a:rPr b="1" lang="en-US" sz="2600" strike="noStrike" u="none">
                <a:solidFill>
                  <a:schemeClr val="dk1"/>
                </a:solidFill>
                <a:uFillTx/>
                <a:latin typeface="Constantia"/>
              </a:rPr>
              <a:t>Change neighborhood structure during the search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708840" indent="-34308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0000"/>
                </a:solidFill>
                <a:uFillTx/>
                <a:latin typeface="Constantia"/>
              </a:rPr>
              <a:t>Intuition: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different neighborhoods generate different search space topologies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3) </a:t>
            </a:r>
            <a:r>
              <a:rPr b="1" lang="en-US" sz="2600" strike="noStrike" u="none">
                <a:solidFill>
                  <a:schemeClr val="dk1"/>
                </a:solidFill>
                <a:uFillTx/>
                <a:latin typeface="Constantia"/>
              </a:rPr>
              <a:t>Change the objective function so as to “fill-in” local minima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708840" indent="-34308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400" strike="noStrike" u="none">
                <a:solidFill>
                  <a:srgbClr val="ff0000"/>
                </a:solidFill>
                <a:uFillTx/>
                <a:latin typeface="Constantia"/>
              </a:rPr>
              <a:t>Intuition: </a:t>
            </a: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modify the search space with the aim of making more “desirable” not yet explored areas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5000" strike="noStrike" u="none">
                <a:solidFill>
                  <a:srgbClr val="ff0000"/>
                </a:solidFill>
                <a:uFillTx/>
                <a:latin typeface="Calibri"/>
              </a:rPr>
              <a:t>Simulated Annealing</a:t>
            </a:r>
            <a:endParaRPr b="0" lang="en-US" sz="5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01520" y="1905120"/>
            <a:ext cx="11988720" cy="43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Simulated Annealing exploits the first idea: 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algn="l" pos="0"/>
              </a:tabLst>
            </a:pPr>
            <a:r>
              <a:rPr b="0" i="1" lang="en-US" sz="2600" strike="noStrike" u="none">
                <a:solidFill>
                  <a:schemeClr val="dk1"/>
                </a:solidFill>
                <a:uFillTx/>
                <a:latin typeface="Constantia"/>
              </a:rPr>
              <a:t>	</a:t>
            </a:r>
            <a:r>
              <a:rPr b="0" i="1" lang="en-US" sz="2600" strike="noStrike" u="none">
                <a:solidFill>
                  <a:schemeClr val="dk1"/>
                </a:solidFill>
                <a:uFillTx/>
                <a:latin typeface="Constantia"/>
              </a:rPr>
              <a:t>accept also </a:t>
            </a:r>
            <a:r>
              <a:rPr b="0" i="1" lang="en-US" sz="2600" strike="noStrike" u="none">
                <a:solidFill>
                  <a:srgbClr val="ff0000"/>
                </a:solidFill>
                <a:uFillTx/>
                <a:latin typeface="Constantia"/>
              </a:rPr>
              <a:t>up-hill moves</a:t>
            </a: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.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algn="l" pos="0"/>
              </a:tabLst>
            </a:pP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Origins in statistical mechanics (Metropolis algorithm)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It allows moves resulting in solutions of worse quality than the current solution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The probability of doing such a move is decreased during the search.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pic>
        <p:nvPicPr>
          <p:cNvPr id="82" name="Picture 3" descr=""/>
          <p:cNvPicPr/>
          <p:nvPr/>
        </p:nvPicPr>
        <p:blipFill>
          <a:blip r:embed="rId1"/>
          <a:stretch/>
        </p:blipFill>
        <p:spPr>
          <a:xfrm>
            <a:off x="419040" y="5562720"/>
            <a:ext cx="11430000" cy="63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5000" strike="noStrike" u="none">
                <a:solidFill>
                  <a:srgbClr val="ff0000"/>
                </a:solidFill>
                <a:uFillTx/>
                <a:latin typeface="Calibri"/>
              </a:rPr>
              <a:t>Simulated Annealing</a:t>
            </a:r>
            <a:endParaRPr b="0" lang="en-US" sz="5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01520" y="1905120"/>
            <a:ext cx="11988720" cy="43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Simulated Annealing exploits the first idea: 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algn="l" pos="0"/>
              </a:tabLst>
            </a:pPr>
            <a:r>
              <a:rPr b="0" i="1" lang="en-US" sz="2600" strike="noStrike" u="none">
                <a:solidFill>
                  <a:schemeClr val="dk1"/>
                </a:solidFill>
                <a:uFillTx/>
                <a:latin typeface="Constantia"/>
              </a:rPr>
              <a:t>	</a:t>
            </a:r>
            <a:r>
              <a:rPr b="0" i="1" lang="en-US" sz="2600" strike="noStrike" u="none">
                <a:solidFill>
                  <a:schemeClr val="dk1"/>
                </a:solidFill>
                <a:uFillTx/>
                <a:latin typeface="Constantia"/>
              </a:rPr>
              <a:t>accept also </a:t>
            </a:r>
            <a:r>
              <a:rPr b="0" i="1" lang="en-US" sz="2600" strike="noStrike" u="none">
                <a:solidFill>
                  <a:srgbClr val="ff0000"/>
                </a:solidFill>
                <a:uFillTx/>
                <a:latin typeface="Constantia"/>
              </a:rPr>
              <a:t>up-hill moves</a:t>
            </a:r>
            <a:r>
              <a:rPr b="0" lang="en-US" sz="2600" strike="noStrike" u="none">
                <a:solidFill>
                  <a:schemeClr val="dk1"/>
                </a:solidFill>
                <a:uFillTx/>
                <a:latin typeface="Constantia"/>
              </a:rPr>
              <a:t>.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100000"/>
              </a:lnSpc>
              <a:spcBef>
                <a:spcPts val="519"/>
              </a:spcBef>
              <a:buNone/>
              <a:tabLst>
                <a:tab algn="l" pos="0"/>
              </a:tabLst>
            </a:pP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Origins in statistical mechanics (Metropolis algorithm)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It allows moves resulting in solutions of worse quality than the current solution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onstantia"/>
              </a:rPr>
              <a:t>The probability of doing such a move is decreased during the search.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pic>
        <p:nvPicPr>
          <p:cNvPr id="85" name="Picture 2" descr=""/>
          <p:cNvPicPr/>
          <p:nvPr/>
        </p:nvPicPr>
        <p:blipFill>
          <a:blip r:embed="rId1"/>
          <a:stretch/>
        </p:blipFill>
        <p:spPr>
          <a:xfrm>
            <a:off x="419040" y="5562720"/>
            <a:ext cx="11430000" cy="63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" descr=""/>
          <p:cNvPicPr/>
          <p:nvPr/>
        </p:nvPicPr>
        <p:blipFill>
          <a:blip r:embed="rId1"/>
          <a:stretch/>
        </p:blipFill>
        <p:spPr>
          <a:xfrm>
            <a:off x="1726920" y="1676520"/>
            <a:ext cx="9245520" cy="294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Num" idx="16"/>
          </p:nvPr>
        </p:nvSpPr>
        <p:spPr>
          <a:xfrm>
            <a:off x="10566000" y="6356520"/>
            <a:ext cx="10155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400" strike="noStrike" u="none">
                <a:solidFill>
                  <a:schemeClr val="dk1">
                    <a:shade val="90000"/>
                  </a:schemeClr>
                </a:solidFill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737B00-EE1C-47FC-A22E-A6EB05B827BD}" type="slidenum">
              <a:rPr b="0" lang="en-GB" sz="1400" strike="noStrike" u="none">
                <a:solidFill>
                  <a:schemeClr val="dk1">
                    <a:shade val="90000"/>
                  </a:schemeClr>
                </a:solidFill>
                <a:uFillTx/>
                <a:latin typeface="Times New Roman"/>
              </a:rPr>
              <a:t>3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609480" y="70416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CA" sz="5000" strike="noStrike" u="none">
                <a:solidFill>
                  <a:schemeClr val="dk2"/>
                </a:solidFill>
                <a:uFillTx/>
                <a:latin typeface="Calibri"/>
              </a:rPr>
              <a:t>Simulated Annealing</a:t>
            </a:r>
            <a:endParaRPr b="0" lang="en-US" sz="5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609480" y="1935360"/>
            <a:ext cx="10972440" cy="438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CA" sz="2600" strike="noStrike" u="none">
                <a:solidFill>
                  <a:schemeClr val="dk1"/>
                </a:solidFill>
                <a:uFillTx/>
                <a:latin typeface="Constantia"/>
              </a:rPr>
              <a:t>Can be interpreted as a modified random descent in the space of solutions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b="0" lang="en-CA" sz="2400" strike="noStrike" u="none">
                <a:solidFill>
                  <a:schemeClr val="dk1"/>
                </a:solidFill>
                <a:uFillTx/>
                <a:latin typeface="Constantia"/>
              </a:rPr>
              <a:t>Choose a random neighbor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b="0" lang="en-CA" sz="2400" strike="noStrike" u="none">
                <a:solidFill>
                  <a:schemeClr val="dk1"/>
                </a:solidFill>
                <a:uFillTx/>
                <a:latin typeface="Constantia"/>
              </a:rPr>
              <a:t>Improving moves are always accepted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lvl="1" marL="640080" indent="-246960">
              <a:lnSpc>
                <a:spcPct val="100000"/>
              </a:lnSpc>
              <a:spcBef>
                <a:spcPts val="479"/>
              </a:spcBef>
              <a:buClr>
                <a:srgbClr val="0f6fc6"/>
              </a:buClr>
              <a:buSzPct val="85000"/>
              <a:buFont typeface="Wingdings 2" charset="2"/>
              <a:buChar char=""/>
            </a:pPr>
            <a:r>
              <a:rPr b="0" lang="en-CA" sz="2400" strike="noStrike" u="none">
                <a:solidFill>
                  <a:schemeClr val="dk1"/>
                </a:solidFill>
                <a:uFillTx/>
                <a:latin typeface="Constantia"/>
              </a:rPr>
              <a:t>Deteriorating moves are accepted with a probability that depends on the amount of the deterioration and on the </a:t>
            </a:r>
            <a:r>
              <a:rPr b="0" i="1" lang="en-CA" sz="2400" strike="noStrike" u="none">
                <a:solidFill>
                  <a:schemeClr val="dk1"/>
                </a:solidFill>
                <a:uFillTx/>
                <a:latin typeface="Constantia"/>
              </a:rPr>
              <a:t>temperature</a:t>
            </a:r>
            <a:r>
              <a:rPr b="0" lang="en-CA" sz="2400" strike="noStrike" u="none">
                <a:solidFill>
                  <a:schemeClr val="dk1"/>
                </a:solidFill>
                <a:uFillTx/>
                <a:latin typeface="Constantia"/>
              </a:rPr>
              <a:t> (a parameter that decreases with time)</a:t>
            </a: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marL="274320" indent="-274320">
              <a:lnSpc>
                <a:spcPct val="100000"/>
              </a:lnSpc>
              <a:spcBef>
                <a:spcPts val="519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CA" sz="2600" strike="noStrike" u="none">
                <a:solidFill>
                  <a:schemeClr val="dk1"/>
                </a:solidFill>
                <a:uFillTx/>
                <a:latin typeface="Constantia"/>
              </a:rPr>
              <a:t>Can escape local optima</a:t>
            </a:r>
            <a:endParaRPr b="0" lang="en-US" sz="26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Num" idx="17"/>
          </p:nvPr>
        </p:nvSpPr>
        <p:spPr>
          <a:xfrm>
            <a:off x="10566000" y="6356520"/>
            <a:ext cx="1015560" cy="36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GB" sz="1400" strike="noStrike" u="none">
                <a:solidFill>
                  <a:schemeClr val="dk1">
                    <a:shade val="90000"/>
                  </a:schemeClr>
                </a:solidFill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397171-AC50-46B4-8AA1-4D992C59D45A}" type="slidenum">
              <a:rPr b="0" lang="en-GB" sz="1400" strike="noStrike" u="none">
                <a:solidFill>
                  <a:schemeClr val="dk1">
                    <a:shade val="90000"/>
                  </a:schemeClr>
                </a:solidFill>
                <a:uFillTx/>
                <a:latin typeface="Times New Roman"/>
              </a:rPr>
              <a:t>3</a:t>
            </a:fld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955080" y="189000"/>
            <a:ext cx="1036296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5000" strike="noStrike" u="none">
                <a:solidFill>
                  <a:schemeClr val="dk2"/>
                </a:solidFill>
                <a:uFillTx/>
                <a:latin typeface="Calibri"/>
              </a:rPr>
              <a:t>Move Acceptance in SA</a:t>
            </a:r>
            <a:endParaRPr b="0" lang="en-US" sz="50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914400" y="1413000"/>
            <a:ext cx="10231920" cy="446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74320" indent="-274320">
              <a:lnSpc>
                <a:spcPct val="90000"/>
              </a:lnSpc>
              <a:spcBef>
                <a:spcPts val="561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onstantia"/>
              </a:rPr>
              <a:t>We assume a minimization problem</a:t>
            </a:r>
            <a:endParaRPr b="0" lang="en-US" sz="28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marL="274320" indent="-274320">
              <a:lnSpc>
                <a:spcPct val="90000"/>
              </a:lnSpc>
              <a:spcBef>
                <a:spcPts val="561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onstantia"/>
              </a:rPr>
              <a:t>Set </a:t>
            </a:r>
            <a:r>
              <a:rPr b="0" lang="el-GR" sz="2800" strike="noStrike" u="none">
                <a:solidFill>
                  <a:schemeClr val="dk1"/>
                </a:solidFill>
                <a:uFillTx/>
                <a:latin typeface="Constantia"/>
              </a:rPr>
              <a:t>Δ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onstantia"/>
              </a:rPr>
              <a:t> = Obj(random neighbor)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Times New Roman"/>
              </a:rPr>
              <a:t>–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onstantia"/>
              </a:rPr>
              <a:t> Obj(current solution)    </a:t>
            </a:r>
            <a:endParaRPr b="0" lang="en-US" sz="28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marL="274320" indent="-274320">
              <a:lnSpc>
                <a:spcPct val="90000"/>
              </a:lnSpc>
              <a:spcBef>
                <a:spcPts val="561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onstantia"/>
              </a:rPr>
              <a:t>If </a:t>
            </a:r>
            <a:r>
              <a:rPr b="0" lang="el-GR" sz="2800" strike="noStrike" u="none">
                <a:solidFill>
                  <a:schemeClr val="dk1"/>
                </a:solidFill>
                <a:uFillTx/>
                <a:latin typeface="Constantia"/>
              </a:rPr>
              <a:t>Δ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onstantia"/>
              </a:rPr>
              <a:t> &lt; 0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Symbol"/>
              </a:rPr>
              <a:t>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onstantia"/>
              </a:rPr>
              <a:t> accept (we have an improving move)</a:t>
            </a:r>
            <a:endParaRPr b="0" lang="en-US" sz="28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marL="274320" indent="-274320">
              <a:lnSpc>
                <a:spcPct val="90000"/>
              </a:lnSpc>
              <a:spcBef>
                <a:spcPts val="561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onstantia"/>
              </a:rPr>
              <a:t>Else accept if </a:t>
            </a:r>
            <a:endParaRPr b="0" lang="en-US" sz="28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indent="0">
              <a:lnSpc>
                <a:spcPct val="90000"/>
              </a:lnSpc>
              <a:spcBef>
                <a:spcPts val="561"/>
              </a:spcBef>
              <a:buNone/>
            </a:pPr>
            <a:endParaRPr b="0" lang="en-US" sz="28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marL="274320" indent="-274320">
              <a:lnSpc>
                <a:spcPct val="90000"/>
              </a:lnSpc>
              <a:spcBef>
                <a:spcPts val="561"/>
              </a:spcBef>
              <a:buClr>
                <a:srgbClr val="0bd0d9"/>
              </a:buClr>
              <a:buSzPct val="95000"/>
              <a:buFont typeface="Wingdings 2" charset="2"/>
              <a:buChar char="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onstantia"/>
              </a:rPr>
              <a:t>If the move is not accepted: try another random neighbor</a:t>
            </a:r>
            <a:endParaRPr b="0" lang="en-US" sz="2800" strike="noStrike" u="none">
              <a:solidFill>
                <a:schemeClr val="dk1"/>
              </a:solidFill>
              <a:uFillTx/>
              <a:latin typeface="Constantia"/>
            </a:endParaRPr>
          </a:p>
          <a:p>
            <a:pPr marL="640080" indent="-246960">
              <a:lnSpc>
                <a:spcPct val="9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chemeClr val="dk1"/>
              </a:solidFill>
              <a:uFillTx/>
              <a:latin typeface="Constantia"/>
            </a:endParaRPr>
          </a:p>
        </p:txBody>
      </p:sp>
      <p:graphicFrame>
        <p:nvGraphicFramePr>
          <p:cNvPr id="93" name="Object 2"/>
          <p:cNvGraphicFramePr/>
          <p:nvPr/>
        </p:nvGraphicFramePr>
        <p:xfrm>
          <a:off x="4349160" y="3763800"/>
          <a:ext cx="3647520" cy="7966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94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349160" y="3763800"/>
                    <a:ext cx="3647520" cy="7966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Box 3"/>
          <p:cNvSpPr/>
          <p:nvPr/>
        </p:nvSpPr>
        <p:spPr>
          <a:xfrm>
            <a:off x="3454200" y="609480"/>
            <a:ext cx="6705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1" lang="en-US" sz="1800" strike="noStrike" u="none">
                <a:solidFill>
                  <a:schemeClr val="dk1"/>
                </a:solidFill>
                <a:uFillTx/>
                <a:latin typeface="Constantia"/>
              </a:rPr>
              <a:t>Convergence of simulated annealing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96" name="Object 1"/>
          <p:cNvGraphicFramePr/>
          <p:nvPr/>
        </p:nvGraphicFramePr>
        <p:xfrm>
          <a:off x="1320840" y="1676520"/>
          <a:ext cx="10870560" cy="45604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97" name="Object 1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320840" y="1676520"/>
                    <a:ext cx="10870560" cy="45604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Object 4"/>
          <p:cNvGraphicFramePr/>
          <p:nvPr/>
        </p:nvGraphicFramePr>
        <p:xfrm>
          <a:off x="759960" y="496800"/>
          <a:ext cx="9603000" cy="61196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99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759960" y="496800"/>
                    <a:ext cx="9603000" cy="6119640"/>
                  </a:xfrm>
                  <a:prstGeom prst="rect">
                    <a:avLst/>
                  </a:prstGeom>
                  <a:solidFill>
                    <a:srgbClr val="ffffff"/>
                  </a:solidFill>
                  <a:ln w="9360">
                    <a:solidFill>
                      <a:srgbClr val="000000"/>
                    </a:solidFill>
                    <a:miter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905840" y="685800"/>
            <a:ext cx="7238160" cy="530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_rels/theme4.xml.rels><?xml version="1.0" encoding="UTF-8"?>
<Relationships xmlns="http://schemas.openxmlformats.org/package/2006/relationships"><Relationship Id="rId1" Type="http://schemas.openxmlformats.org/officeDocument/2006/relationships/image" Target="../media/image3.jpeg"/>
</Relationships>
</file>

<file path=ppt/theme/_rels/theme5.xml.rels><?xml version="1.0" encoding="UTF-8"?>
<Relationships xmlns="http://schemas.openxmlformats.org/package/2006/relationships"><Relationship Id="rId1" Type="http://schemas.openxmlformats.org/officeDocument/2006/relationships/image" Target="../media/image3.jpeg"/>
</Relationships>
</file>

<file path=ppt/theme/_rels/theme6.xml.rels><?xml version="1.0" encoding="UTF-8"?>
<Relationships xmlns="http://schemas.openxmlformats.org/package/2006/relationships"><Relationship Id="rId1" Type="http://schemas.openxmlformats.org/officeDocument/2006/relationships/image" Target="../media/image3.jpeg"/>
</Relationships>
</file>

<file path=ppt/theme/_rels/theme7.xml.rels><?xml version="1.0" encoding="UTF-8"?>
<Relationships xmlns="http://schemas.openxmlformats.org/package/2006/relationships"><Relationship Id="rId1" Type="http://schemas.openxmlformats.org/officeDocument/2006/relationships/image" Target="../media/image3.jpeg"/>
</Relationships>
</file>

<file path=ppt/theme/theme1.xml><?xml version="1.0" encoding="utf-8"?>
<a:theme xmlns:a="http://schemas.openxmlformats.org/drawingml/2006/main" xmlns:r="http://schemas.openxmlformats.org/officeDocument/2006/relationships" name="Monoline">
  <a:themeElements>
    <a:clrScheme name="Custom 16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noline">
  <a:themeElements>
    <a:clrScheme name="Custom 16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noline">
  <a:themeElements>
    <a:clrScheme name="Custom 16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 pitchFamily="0" charset="1"/>
        <a:ea typeface=""/>
        <a:cs typeface=""/>
      </a:majorFont>
      <a:minorFont>
        <a:latin typeface="Constanti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 l="0" t="0" r="0" b="0"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 l="0" t="0" r="0" b="0"/>
        </a:gradFill>
        <a:blipFill rotWithShape="0">
          <a:blip r:embed="rId1"/>
          <a:srcRect l="0" t="0" r="0" b="0"/>
          <a:tile tx="0" ty="0" sx="65000" sy="65000" flip="none" algn="tl"/>
        </a:blip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 pitchFamily="0" charset="1"/>
        <a:ea typeface=""/>
        <a:cs typeface=""/>
      </a:majorFont>
      <a:minorFont>
        <a:latin typeface="Constanti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 l="0" t="0" r="0" b="0"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 l="0" t="0" r="0" b="0"/>
        </a:gradFill>
        <a:blipFill rotWithShape="0">
          <a:blip r:embed="rId1"/>
          <a:srcRect l="0" t="0" r="0" b="0"/>
          <a:tile tx="0" ty="0" sx="65000" sy="65000" flip="none" algn="tl"/>
        </a:blip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 pitchFamily="0" charset="1"/>
        <a:ea typeface=""/>
        <a:cs typeface=""/>
      </a:majorFont>
      <a:minorFont>
        <a:latin typeface="Constanti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 l="0" t="0" r="0" b="0"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 l="0" t="0" r="0" b="0"/>
        </a:gradFill>
        <a:blipFill rotWithShape="0">
          <a:blip r:embed="rId1"/>
          <a:srcRect l="0" t="0" r="0" b="0"/>
          <a:tile tx="0" ty="0" sx="65000" sy="65000" flip="none" algn="tl"/>
        </a:blip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 pitchFamily="0" charset="1"/>
        <a:ea typeface=""/>
        <a:cs typeface=""/>
      </a:majorFont>
      <a:minorFont>
        <a:latin typeface="Constantia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70000"/>
              </a:schemeClr>
            </a:gs>
            <a:gs pos="43000">
              <a:schemeClr val="phClr">
                <a:tint val="44000"/>
              </a:schemeClr>
            </a:gs>
            <a:gs pos="93000">
              <a:schemeClr val="phClr">
                <a:tint val="15000"/>
              </a:schemeClr>
            </a:gs>
            <a:gs pos="100000">
              <a:schemeClr val="phClr">
                <a:tint val="5000"/>
              </a:schemeClr>
            </a:gs>
          </a:gsLst>
          <a:path path="circle">
            <a:fillToRect l="50000" t="130000" r="50000" b="-30000"/>
          </a:path>
          <a:tileRect l="0" t="0" r="0" b="0"/>
        </a:gradFill>
        <a:gradFill>
          <a:gsLst>
            <a:gs pos="0">
              <a:schemeClr val="phClr">
                <a:tint val="98000"/>
                <a:shade val="25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tint val="50000"/>
              </a:schemeClr>
            </a:gs>
          </a:gsLst>
          <a:path path="circle">
            <a:fillToRect l="50000" t="130000" r="50000" b="-30000"/>
          </a:path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80000"/>
              </a:schemeClr>
            </a:gs>
            <a:gs pos="25000">
              <a:schemeClr val="phClr">
                <a:tint val="83000"/>
              </a:schemeClr>
            </a:gs>
            <a:gs pos="100000">
              <a:schemeClr val="phClr">
                <a:shade val="15000"/>
              </a:schemeClr>
            </a:gs>
          </a:gsLst>
          <a:path path="circle">
            <a:fillToRect l="10000" t="110000" r="10000" b="100000"/>
          </a:path>
          <a:tileRect l="0" t="0" r="0" b="0"/>
        </a:gradFill>
        <a:blipFill rotWithShape="0">
          <a:blip r:embed="rId1"/>
          <a:srcRect l="0" t="0" r="0" b="0"/>
          <a:tile tx="0" ty="0" sx="65000" sy="65000" flip="none" algn="tl"/>
        </a:blip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11149</TotalTime>
  <Application>LibreOffice/24.8.6.2$Linux_X86_64 LibreOffice_project/d50be90c1d90f0f90a5235ffcbbafbbfa38a83c2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2023-03-15T07:13:31Z</dcterms:created>
  <dc:creator>HAFIZ MUSTAFA UD DIN SHEIKH</dc:creator>
  <dc:description/>
  <dc:language>en-US</dc:language>
  <cp:lastModifiedBy/>
  <dcterms:modified xsi:type="dcterms:W3CDTF">2025-04-09T09:47:03Z</dcterms:modified>
  <cp:revision>146</cp:revision>
  <dc:subject/>
  <dc:title>Introduction to data science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PresentationFormat">
    <vt:lpwstr>Widescreen</vt:lpwstr>
  </property>
  <property fmtid="{D5CDD505-2E9C-101B-9397-08002B2CF9AE}" pid="4" name="Slides">
    <vt:r8>102</vt:r8>
  </property>
</Properties>
</file>