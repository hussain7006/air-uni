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9.jpeg" ContentType="image/jpeg"/>
  <Override PartName="/ppt/media/image12.jpeg" ContentType="image/jpeg"/>
  <Override PartName="/ppt/media/image13.jpeg" ContentType="image/jpeg"/>
  <Override PartName="/ppt/media/image8.jpeg" ContentType="image/jpeg"/>
  <Override PartName="/ppt/media/image11.jpeg" ContentType="image/jpeg"/>
  <Override PartName="/ppt/media/image7.jpeg" ContentType="image/jpeg"/>
  <Override PartName="/ppt/media/image10.jpeg" ContentType="image/jpeg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2.jpeg" ContentType="image/jpeg"/>
  <Override PartName="/ppt/media/image1.jpeg" ContentType="image/jpeg"/>
  <Override PartName="/ppt/media/image14.jpeg" ContentType="image/jpeg"/>
  <Override PartName="/ppt/media/image27.jpeg" ContentType="image/jpeg"/>
  <Override PartName="/ppt/media/image15.jpeg" ContentType="image/jpeg"/>
  <Override PartName="/ppt/media/image26.jpeg" ContentType="image/jpeg"/>
  <Override PartName="/ppt/media/image25.jpeg" ContentType="image/jpeg"/>
  <Override PartName="/ppt/media/image24.jpeg" ContentType="image/jpeg"/>
  <Override PartName="/ppt/media/image23.jpeg" ContentType="image/jpeg"/>
  <Override PartName="/ppt/media/image22.jpeg" ContentType="image/jpeg"/>
  <Override PartName="/ppt/media/image21.jpeg" ContentType="image/jpeg"/>
  <Override PartName="/ppt/media/image19.jpeg" ContentType="image/jpeg"/>
  <Override PartName="/ppt/media/image20.jpeg" ContentType="image/jpeg"/>
  <Override PartName="/ppt/media/image18.jpeg" ContentType="image/jpeg"/>
  <Override PartName="/ppt/media/image17.jpeg" ContentType="image/jpeg"/>
  <Override PartName="/ppt/media/image1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72" r:id="rId11"/>
    <p:sldMasterId id="2147483674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0B6DEB-0793-43AC-B178-7BC632FD55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5506EA-E7F0-44DE-BD46-2E6EA097BF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E70C990-ECBB-4AA0-A1E1-010030C9F6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7F1DE47-2C49-4352-83FE-F8EED250F7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F120245-4097-4CF2-95FF-79806B20F2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5E143E1-08DC-458D-AB2E-559A31793C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B694E7B-BDDB-4D29-83A7-6713DCC48C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FFF4C4E-6FF5-41E3-9B73-867C53BDD2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64787D3-4DE4-4CB8-985C-914DBCFA58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ABEFBA6-28D8-4805-B964-5E2B7282CC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515D2AC-D1FB-4692-BF4C-7416FDAB85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619558B-E2D4-4500-B73D-42439C398F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18DE156-3E89-4C20-8562-3A9FBC5250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E930E5B-DCF9-4489-9464-AA3218DBD3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6CD3389-83DB-4393-BE43-53D9E22A45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0B6E405-ABF5-4108-AB33-11D26569AD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16A6E47-31E4-4882-B156-A41B1C9E7E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CC72BF-CAAD-4A56-8F77-78C56757BBC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F70090-3DE3-488E-9A79-0DB2807FA20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DF9B99-EBAB-4921-9077-8320C8060CA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95E392-3395-40CA-895C-8A49171DAF1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163B2F-19C1-41E9-A623-BB4CA7998F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A42182-17DA-4D09-BCF6-1FFB5D67F4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267EDA-60EB-456C-BB52-693D342A0D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6C3831-8314-4E6D-9768-A1D8865809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952A82-8DAF-4A84-B17F-D77ED4F112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003A5D-E9E8-4617-94D8-851AADFB6C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47F015-0682-4748-8AE7-950DE94BD29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1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1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01-NLP-101-Chatbots-1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" descr="02-NLP-101-Chatbots-2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1" descr="03-NLP-101-Chatbots-3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04-NLP-101-Chatbots-4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" descr="05-NLP-101-Chatbots-5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1" descr="06-NLP-101-Chatbots-6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1" descr="07-NLP-101-Chatbots-7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1" descr="08-NLP-101-Chatbots-8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 descr="09-NLP-101-Chatbots-9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1" descr="10-NLP-101-Chatbots-10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11-NLP-101-Chatbots-11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 descr="12-NLP-101-Chatbots-12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" descr="13-NLP-101-Chatbots-13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1" descr="14-NLP-101-Chatbots-14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" descr="15-NLP-101-Chatbots-15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1" descr="16-NLP-101-Chatbots-16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" descr="17-NLP-101-Chatbots-17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1" descr="18-NLP-101-Chatbots-18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" descr="19-NLP-101-Chatbots-19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20-NLP-101-Chatbots-20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21-NLP-101-Chatbots-21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22-NLP-101-Chatbots-22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1" descr="23-NLP-101-Chatbots-23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24-NLP-101-Chatbots-24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25-NLP-101-Chatbots-25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26-NLP-101-Chatbots-26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27-NLP-101-Chatbots-27-638.jpg"/>
          <p:cNvPicPr/>
          <p:nvPr/>
        </p:nvPicPr>
        <p:blipFill>
          <a:blip r:embed="rId1"/>
          <a:stretch/>
        </p:blipFill>
        <p:spPr>
          <a:xfrm>
            <a:off x="0" y="85500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LibreOffice/24.8.7.2$Linux_X86_64 LibreOffice_project/f4f281f562fb585d46b0af5755dfe1eb6adc047f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2025-05-14T09:27:32Z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