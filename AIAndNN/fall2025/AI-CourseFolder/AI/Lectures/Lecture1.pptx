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9" r:id="rId4"/>
    <p:sldId id="258" r:id="rId5"/>
    <p:sldId id="259" r:id="rId6"/>
    <p:sldId id="260" r:id="rId7"/>
    <p:sldId id="261" r:id="rId8"/>
    <p:sldId id="263" r:id="rId9"/>
    <p:sldId id="264" r:id="rId10"/>
    <p:sldId id="267" r:id="rId11"/>
    <p:sldId id="268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15560"/>
            <a:ext cx="7772400" cy="1470025"/>
          </a:xfrm>
        </p:spPr>
        <p:txBody>
          <a:bodyPr>
            <a:normAutofit fontScale="90000"/>
          </a:bodyPr>
          <a:lstStyle/>
          <a:p>
            <a:r>
              <a:rPr b="1" dirty="0">
                <a:solidFill>
                  <a:schemeClr val="accent1"/>
                </a:solidFill>
              </a:rPr>
              <a:t>Introduction to Artificial Intelligence and Neural Networks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What is </a:t>
            </a:r>
            <a:r>
              <a:rPr b="1" dirty="0">
                <a:solidFill>
                  <a:schemeClr val="accent1"/>
                </a:solidFill>
              </a:rPr>
              <a:t>Intelligence?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44329"/>
            <a:ext cx="8229600" cy="2480187"/>
          </a:xfrm>
        </p:spPr>
        <p:txBody>
          <a:bodyPr>
            <a:noAutofit/>
          </a:bodyPr>
          <a:lstStyle/>
          <a:p>
            <a:r>
              <a:rPr lang="en-US" sz="2800" dirty="0"/>
              <a:t>The capacity for logic, understanding, self-awareness, learning, emotional knowledge, reasoning, planning, creativity, critical thinking, and problem-solving.</a:t>
            </a:r>
            <a:endParaRPr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4CA89-65C1-81E7-4EE4-225BCBD98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98417-3357-B0A2-BB1F-2709BDC85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1"/>
                </a:solidFill>
              </a:rPr>
              <a:t>What is Artificial Intelligence?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D62E3-F376-760C-B4A2-E23C30CF1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 dirty="0"/>
              <a:t>Artificial Intelligence (AI) means making computers or machines think and act like humans.</a:t>
            </a:r>
          </a:p>
          <a:p>
            <a:endParaRPr sz="2800" dirty="0"/>
          </a:p>
          <a:p>
            <a:r>
              <a:rPr sz="2800" dirty="0"/>
              <a:t>AI systems can:</a:t>
            </a:r>
          </a:p>
          <a:p>
            <a:r>
              <a:rPr sz="2800" dirty="0"/>
              <a:t>- Think (analyze problems)</a:t>
            </a:r>
          </a:p>
          <a:p>
            <a:r>
              <a:rPr sz="2800" dirty="0"/>
              <a:t>- Learn (from data or experience)</a:t>
            </a:r>
          </a:p>
          <a:p>
            <a:r>
              <a:rPr sz="2800" dirty="0"/>
              <a:t>- Decide (choose the best action)</a:t>
            </a:r>
          </a:p>
          <a:p>
            <a:r>
              <a:rPr sz="2800" dirty="0"/>
              <a:t>- Act (perform tasks such as speaking, driving, or recognizing faces)</a:t>
            </a:r>
          </a:p>
        </p:txBody>
      </p:sp>
    </p:spTree>
    <p:extLst>
      <p:ext uri="{BB962C8B-B14F-4D97-AF65-F5344CB8AC3E}">
        <p14:creationId xmlns:p14="http://schemas.microsoft.com/office/powerpoint/2010/main" val="2936326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1"/>
                </a:solidFill>
              </a:rPr>
              <a:t>How AI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AI follows a simple process:</a:t>
            </a:r>
            <a:endParaRPr lang="en-US" dirty="0"/>
          </a:p>
          <a:p>
            <a:endParaRPr dirty="0"/>
          </a:p>
          <a:p>
            <a:r>
              <a:rPr sz="2800" dirty="0"/>
              <a:t>1️⃣ Think → </a:t>
            </a:r>
            <a:r>
              <a:rPr lang="en-US" sz="2800" dirty="0"/>
              <a:t>2️⃣</a:t>
            </a:r>
            <a:r>
              <a:rPr sz="2800" dirty="0"/>
              <a:t> Learn → 3️⃣ Decide → 4️⃣ Act</a:t>
            </a:r>
          </a:p>
          <a:p>
            <a:endParaRPr dirty="0"/>
          </a:p>
          <a:p>
            <a:r>
              <a:rPr dirty="0"/>
              <a:t>Example: A self-driving car observes the road, learns from data, decides when to stop, and then acts by applying brakes.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1"/>
                </a:solidFill>
              </a:rPr>
              <a:t>Examples of AI in Everyday 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Voice Assistants (Siri, Google Assistant)</a:t>
            </a:r>
          </a:p>
          <a:p>
            <a:r>
              <a:rPr dirty="0"/>
              <a:t>- Netflix &amp; YouTube Recommendations</a:t>
            </a:r>
          </a:p>
          <a:p>
            <a:r>
              <a:rPr dirty="0"/>
              <a:t>- Face Recognition in Phones</a:t>
            </a:r>
          </a:p>
          <a:p>
            <a:r>
              <a:rPr dirty="0"/>
              <a:t>- ChatGPT Conversations</a:t>
            </a:r>
          </a:p>
          <a:p>
            <a:r>
              <a:rPr dirty="0"/>
              <a:t>- Smart Home Devices (Alexa, Lights)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74663"/>
            <a:ext cx="8229600" cy="1143000"/>
          </a:xfrm>
        </p:spPr>
        <p:txBody>
          <a:bodyPr>
            <a:normAutofit fontScale="90000"/>
          </a:bodyPr>
          <a:lstStyle/>
          <a:p>
            <a:r>
              <a:rPr b="1" dirty="0">
                <a:solidFill>
                  <a:schemeClr val="accent1"/>
                </a:solidFill>
              </a:rPr>
              <a:t>Examples of AI in Engineering &amp;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0275"/>
            <a:ext cx="8229600" cy="3925888"/>
          </a:xfrm>
        </p:spPr>
        <p:txBody>
          <a:bodyPr/>
          <a:lstStyle/>
          <a:p>
            <a:r>
              <a:rPr dirty="0"/>
              <a:t>- Robotics and Automation Systems</a:t>
            </a:r>
          </a:p>
          <a:p>
            <a:r>
              <a:rPr dirty="0"/>
              <a:t>- Smart Grids in Electrical Systems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1"/>
                </a:solidFill>
              </a:rPr>
              <a:t>Types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Narrow AI: Performs a specific task (e.g., Google Search, Face Unlock)</a:t>
            </a:r>
          </a:p>
          <a:p>
            <a:r>
              <a:rPr dirty="0"/>
              <a:t>- General AI: Can think and learn like a human (not yet achieved)</a:t>
            </a:r>
          </a:p>
          <a:p>
            <a:r>
              <a:rPr dirty="0"/>
              <a:t>- Super AI: Smarter than humans (exists only in science fiction)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1"/>
                </a:solidFill>
              </a:rPr>
              <a:t>Alan Turing — The Father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Alan Turing (1912–1954) was a British mathematician who asked one key question:</a:t>
            </a:r>
          </a:p>
          <a:p>
            <a:r>
              <a:rPr dirty="0"/>
              <a:t>“Can machines think?”</a:t>
            </a:r>
          </a:p>
          <a:p>
            <a:endParaRPr dirty="0"/>
          </a:p>
          <a:p>
            <a:r>
              <a:rPr dirty="0"/>
              <a:t>He proposed the famous 'Turing Test' to check if a computer could behave like a human.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1"/>
                </a:solidFill>
              </a:rPr>
              <a:t>What is the Turing Test?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838575" cy="4525963"/>
          </a:xfrm>
        </p:spPr>
        <p:txBody>
          <a:bodyPr>
            <a:normAutofit/>
          </a:bodyPr>
          <a:lstStyle/>
          <a:p>
            <a:r>
              <a:rPr sz="2400" dirty="0"/>
              <a:t>The Turing Test checks if a computer can fool a human into thinking it’s also human during a conversation.</a:t>
            </a:r>
          </a:p>
          <a:p>
            <a:endParaRPr sz="2400" dirty="0"/>
          </a:p>
          <a:p>
            <a:r>
              <a:rPr sz="2400" dirty="0"/>
              <a:t>If the human can’t tell which is the computer, the machine passes the test.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18404F-CCF7-1441-35DA-F18F2F122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10" y="1704975"/>
            <a:ext cx="467953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1"/>
                </a:solidFill>
              </a:rPr>
              <a:t>Modern Relevance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456471"/>
          </a:xfrm>
        </p:spPr>
        <p:txBody>
          <a:bodyPr/>
          <a:lstStyle/>
          <a:p>
            <a:r>
              <a:rPr dirty="0"/>
              <a:t>Do you think ChatGPT, Alexa, or Google Assistant could pass the Turing Test today?</a:t>
            </a:r>
          </a:p>
          <a:p>
            <a:endParaRPr dirty="0"/>
          </a:p>
          <a:p>
            <a:r>
              <a:rPr dirty="0"/>
              <a:t>Can machines truly 'think', or do they just 'imitate' humans?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1"/>
                </a:solidFill>
              </a:rPr>
              <a:t>Discussion &amp; 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Question: Do you believe machines will ever really think like humans?</a:t>
            </a:r>
          </a:p>
          <a:p>
            <a:endParaRPr dirty="0"/>
          </a:p>
          <a:p>
            <a:r>
              <a:rPr dirty="0"/>
              <a:t>Write a short paragraph explaining your opinion with one real-life example.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611</TotalTime>
  <Words>398</Words>
  <Application>Microsoft Office PowerPoint</Application>
  <PresentationFormat>On-screen Show (4:3)</PresentationFormat>
  <Paragraphs>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Introduction to Artificial Intelligence and Neural Networks</vt:lpstr>
      <vt:lpstr>What is Intelligence?</vt:lpstr>
      <vt:lpstr>What is Artificial Intelligence?</vt:lpstr>
      <vt:lpstr>How AI Works</vt:lpstr>
      <vt:lpstr>Examples of AI in Everyday Life</vt:lpstr>
      <vt:lpstr>Examples of AI in Engineering &amp; Technology</vt:lpstr>
      <vt:lpstr>Types of AI</vt:lpstr>
      <vt:lpstr>Alan Turing — The Father of AI</vt:lpstr>
      <vt:lpstr>What is the Turing Test?</vt:lpstr>
      <vt:lpstr>Modern Relevance</vt:lpstr>
      <vt:lpstr>Discussion &amp; Homework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Muhammad Hussain</cp:lastModifiedBy>
  <cp:revision>9</cp:revision>
  <dcterms:created xsi:type="dcterms:W3CDTF">2013-01-27T09:14:16Z</dcterms:created>
  <dcterms:modified xsi:type="dcterms:W3CDTF">2025-11-08T16:22:38Z</dcterms:modified>
  <cp:category/>
</cp:coreProperties>
</file>