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2244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A2E6B-60B2-235A-8D1B-0ABBAEA52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5476B-707A-A2C4-5FD6-8BA9C59D4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BC078-EC22-70A8-B05B-DE8ED3DE8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FD56-F25B-46BA-80F6-CCD95C0515B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76C4F-9F28-062A-D8C4-FCD7F065A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464BB-D656-1405-EF52-ED262FD2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BC3-817B-482C-A8BA-958E8A489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5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69F6A-473F-B681-FEDC-7582F0BE4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3D064-5432-0C14-807E-CD9C77B3A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B7CEC-4853-AEE1-3394-B462D791B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FD56-F25B-46BA-80F6-CCD95C0515B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6307D-3A47-9F29-6640-A2CCF25A8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6B04D-6512-2175-BF19-7582E9D2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BC3-817B-482C-A8BA-958E8A489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17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32E90-7262-76C2-1F94-0BE428542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FE91C-8D59-6C51-0D7A-4C14451DB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FE4BA-0811-ACB8-AD41-2206483FD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FD56-F25B-46BA-80F6-CCD95C0515B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98471-3A58-237B-9105-E738F251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57DCF-1193-7675-00DC-53C67EA5A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BC3-817B-482C-A8BA-958E8A489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5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2894-3C17-447A-C61F-376F5B473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C3AFD-2F80-114D-3E75-378C7A93D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F4D24-DC69-4CDD-E4EB-F4A6D0107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7B1F7-4D14-83AD-C9E7-529A60B9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FD56-F25B-46BA-80F6-CCD95C0515B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4B8F2-BC77-E89C-9679-ED4117064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D1B33-A05D-2B79-73B4-AB1C0954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BC3-817B-482C-A8BA-958E8A489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58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BD8E-1F28-5376-FD73-D8726E4F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BCB0B-FA60-9DFA-00D4-DC98F1230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BF5BA-A182-1695-90DF-7A5C57E62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85B978-6162-CF08-E25D-F5E358972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B2B1BE-5050-DE80-037A-2FBACD868A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B0A3DB-B1A8-530B-7498-23AC79379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FD56-F25B-46BA-80F6-CCD95C0515B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84FD4D-F2B9-0C9A-8106-81EF013D5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359DBF-F2EF-8E9D-47A3-9E2181874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BC3-817B-482C-A8BA-958E8A489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888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6640-F56C-06F3-74C8-74CF21DA6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B4D5E-6A51-D71A-C01F-3F4142524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FD56-F25B-46BA-80F6-CCD95C0515B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FA4A0-CE72-6BAE-C0BA-C9A81C24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82F86-8369-64F8-3D4C-3AEC8945A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BC3-817B-482C-A8BA-958E8A489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62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6A871-857C-47EC-51D1-B3A4E7765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FD56-F25B-46BA-80F6-CCD95C0515B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F1743-576E-F257-97B0-F65C88B09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6D2FA-B7C3-F45C-35CA-4C231AC2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BC3-817B-482C-A8BA-958E8A489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7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DC0FE-416B-ECF2-5C1C-212FF8CE9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BF758-F5C0-CEE5-9078-C304D5C30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79B4D-DA27-0B23-A586-7189D24A4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53113-57C4-E126-12FB-C165E267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FD56-F25B-46BA-80F6-CCD95C0515B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2FAD1-881E-80FF-8474-70460315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2B374-931B-73DA-6C70-9982B99BD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BC3-817B-482C-A8BA-958E8A489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63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3E591-5C97-2877-1D23-8AA8F0547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E54A6F-2734-0BD9-E5ED-101B5AA34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C3249-0758-6EB3-2388-946864F1C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E188D-9ABC-27DA-657A-34C0B4435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FD56-F25B-46BA-80F6-CCD95C0515B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8023B-DB5E-CB97-893D-492111A5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10E1C-0E10-243D-6A4E-576CB95C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BC3-817B-482C-A8BA-958E8A489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59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D005B-2E0B-ED90-A1BD-F65FBB619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CA81D2-89DF-5B79-E976-74D6E4838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1EFE3-4D9B-8261-8383-78D761BB6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FD56-F25B-46BA-80F6-CCD95C0515B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F737B-1282-1E22-D80C-7D8762A0E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606EA-A4A9-4D37-9972-4D17924E2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BC3-817B-482C-A8BA-958E8A489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12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D1F-E7C2-410C-4EF8-451EE27B3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EBB05-1BB6-FC5C-8141-7C5B19006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0D071-F445-81A3-1318-E1B990F1C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FD56-F25B-46BA-80F6-CCD95C0515B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FF58D-0549-6A07-65E1-248B4A440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83814-D9AC-CF19-7E51-1E14116D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C5BC3-817B-482C-A8BA-958E8A489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7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AC3480-43C6-D12E-ED74-400E4A43C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56AB7-FB11-0910-2451-D4FE3F19B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6F641-BE9C-D7FB-725F-EE20BE507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5FD56-F25B-46BA-80F6-CCD95C0515B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9897C-2DD9-3553-03A6-68EBA5058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3EAF8-F4FC-4B2E-E0BA-C00E823CF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C5BC3-817B-482C-A8BA-958E8A489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5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A1BE-E91A-CC0D-EA60-472C14F83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7688"/>
            <a:ext cx="9144000" cy="1058862"/>
          </a:xfrm>
        </p:spPr>
        <p:txBody>
          <a:bodyPr/>
          <a:lstStyle/>
          <a:p>
            <a:r>
              <a:rPr lang="en-US" b="1" u="sng" dirty="0"/>
              <a:t>LEC #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F3538-6998-13E9-DC8D-06296BA84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35363"/>
            <a:ext cx="9144000" cy="684212"/>
          </a:xfrm>
        </p:spPr>
        <p:txBody>
          <a:bodyPr>
            <a:normAutofit lnSpcReduction="10000"/>
          </a:bodyPr>
          <a:lstStyle/>
          <a:p>
            <a:r>
              <a:rPr lang="en-US" sz="4400" b="1" dirty="0"/>
              <a:t>INTRODUCTION TO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232847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7CF0E-BC2F-C4A9-0AE4-881BD1908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/>
          <a:lstStyle/>
          <a:p>
            <a:r>
              <a:rPr lang="en-US" b="1" u="sng" dirty="0"/>
              <a:t>Data: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CB119-ADD1-48AD-04D8-9F8BD99A5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700"/>
            <a:ext cx="10515600" cy="474345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Data</a:t>
            </a:r>
            <a:r>
              <a:rPr lang="en-US" dirty="0"/>
              <a:t> is any value or set of values that a computer program needs to </a:t>
            </a:r>
            <a:r>
              <a:rPr lang="en-US" b="1" dirty="0"/>
              <a:t>store</a:t>
            </a:r>
            <a:r>
              <a:rPr lang="en-US" dirty="0"/>
              <a:t> and </a:t>
            </a:r>
            <a:r>
              <a:rPr lang="en-US" b="1" dirty="0"/>
              <a:t>process</a:t>
            </a:r>
            <a:r>
              <a:rPr lang="en-US" dirty="0"/>
              <a:t> to achieve a goal.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Data is simply </a:t>
            </a:r>
            <a:r>
              <a:rPr lang="en-US" i="1" dirty="0"/>
              <a:t>information</a:t>
            </a:r>
            <a:r>
              <a:rPr lang="en-US" dirty="0"/>
              <a:t> that we can store and process on a computer.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Numbers like 5, 10, 15</a:t>
            </a:r>
          </a:p>
          <a:p>
            <a:pPr marL="0" indent="0">
              <a:buNone/>
            </a:pPr>
            <a:r>
              <a:rPr lang="en-US" dirty="0"/>
              <a:t>	Words like "Hello" or "Apple"</a:t>
            </a:r>
          </a:p>
          <a:p>
            <a:pPr marL="0" indent="0">
              <a:buNone/>
            </a:pPr>
            <a:r>
              <a:rPr lang="en-US" dirty="0"/>
              <a:t>	Temperature readings like 28°C</a:t>
            </a:r>
          </a:p>
          <a:p>
            <a:pPr marL="0" indent="0">
              <a:buNone/>
            </a:pPr>
            <a:r>
              <a:rPr lang="en-US" dirty="0"/>
              <a:t>	Student names, IDs, and marks in a database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453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9DAFA-B2AF-BFA6-0685-D5C1EFE5E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3625"/>
          </a:xfrm>
        </p:spPr>
        <p:txBody>
          <a:bodyPr/>
          <a:lstStyle/>
          <a:p>
            <a:r>
              <a:rPr lang="en-US" b="1" u="sng" dirty="0"/>
              <a:t>Data Structure?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1B823-A7C4-3F23-CD3F-A1AA72958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data structure</a:t>
            </a:r>
            <a:r>
              <a:rPr lang="en-US" dirty="0"/>
              <a:t> is a way of organizing data that is stored in computer.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Examples:</a:t>
            </a:r>
          </a:p>
          <a:p>
            <a:r>
              <a:rPr lang="en-US" sz="2000" b="1" dirty="0"/>
              <a:t>List / Array:</a:t>
            </a:r>
            <a:r>
              <a:rPr lang="en-US" sz="2000" dirty="0"/>
              <a:t> like a row of boxes, each holding one item (like seats in a bus).</a:t>
            </a:r>
          </a:p>
          <a:p>
            <a:r>
              <a:rPr lang="en-US" sz="2000" b="1" dirty="0"/>
              <a:t>Stack:</a:t>
            </a:r>
            <a:r>
              <a:rPr lang="en-US" sz="2000" dirty="0"/>
              <a:t> like a stack of plates — you can only take the top one first (Last In, First Out).</a:t>
            </a:r>
          </a:p>
          <a:p>
            <a:r>
              <a:rPr lang="en-US" sz="2000" b="1" dirty="0"/>
              <a:t>Queue:</a:t>
            </a:r>
            <a:r>
              <a:rPr lang="en-US" sz="2000" dirty="0"/>
              <a:t> like a line at a ticket counter — first person in line is served first (First In, First Out).</a:t>
            </a:r>
          </a:p>
          <a:p>
            <a:r>
              <a:rPr lang="en-US" sz="2000" b="1" dirty="0"/>
              <a:t>Tree:</a:t>
            </a:r>
            <a:r>
              <a:rPr lang="en-US" sz="2000" dirty="0"/>
              <a:t> like a family tree, where one parent has children, and those children can have their own children</a:t>
            </a:r>
          </a:p>
        </p:txBody>
      </p:sp>
    </p:spTree>
    <p:extLst>
      <p:ext uri="{BB962C8B-B14F-4D97-AF65-F5344CB8AC3E}">
        <p14:creationId xmlns:p14="http://schemas.microsoft.com/office/powerpoint/2010/main" val="816269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192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LEC # 1</vt:lpstr>
      <vt:lpstr>Data:</vt:lpstr>
      <vt:lpstr>Data Structure?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Hussain</dc:creator>
  <cp:lastModifiedBy>Muhammad Hussain</cp:lastModifiedBy>
  <cp:revision>4</cp:revision>
  <dcterms:created xsi:type="dcterms:W3CDTF">2025-10-13T09:28:21Z</dcterms:created>
  <dcterms:modified xsi:type="dcterms:W3CDTF">2025-10-13T13:58:10Z</dcterms:modified>
</cp:coreProperties>
</file>