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9" r:id="rId9"/>
    <p:sldId id="261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Problem Solving by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Artificial Intelligence – Uninformed Search Strategies</a:t>
            </a:r>
          </a:p>
          <a:p>
            <a:r>
              <a:rPr dirty="0"/>
              <a:t>Muhammad Hussain | Air University Karachi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What is Problem Solving by Searching?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9050"/>
          </a:xfrm>
        </p:spPr>
        <p:txBody>
          <a:bodyPr wrap="square">
            <a:normAutofit/>
          </a:bodyPr>
          <a:lstStyle/>
          <a:p>
            <a:endParaRPr sz="36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Finding a sequence of actions from an initial state to a goal state.</a:t>
            </a: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• Initial State – where the agent starts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• Actions – possible moves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• Transition Model – results of actions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• Goal Test – checks if the goal is reached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• Path Cost – total cost of reaching a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of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1. Formulate the Problem </a:t>
            </a:r>
            <a:endParaRPr lang="en-US" sz="20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define states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actions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transition model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2. Search for a Solution </a:t>
            </a:r>
            <a:endParaRPr lang="en-US" sz="20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explore the state space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3. Execute the Actions</a:t>
            </a:r>
            <a:r>
              <a:rPr lang="en-US" sz="2000" dirty="0"/>
              <a:t>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600" dirty="0"/>
              <a:t>perform the found plan to reach goal</a:t>
            </a:r>
            <a:endParaRPr lang="en-US" sz="1600" dirty="0"/>
          </a:p>
          <a:p>
            <a:pPr marL="457200" lvl="1" indent="0">
              <a:buNone/>
              <a:defRPr sz="1800">
                <a:solidFill>
                  <a:srgbClr val="000000"/>
                </a:solidFill>
              </a:defRPr>
            </a:pPr>
            <a:endParaRPr sz="16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Example: AI assistant finding optimal steps to answer a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Uninformed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sz="36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Also called Blind Search </a:t>
            </a:r>
            <a:endParaRPr lang="en-US" sz="20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no prior knowledge of goal location.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Explores state space systematically.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Includes: </a:t>
            </a:r>
            <a:endParaRPr lang="en-US" sz="20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BFS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DFS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UCS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DLS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IDS, and Bidirectional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Breadth-First Search?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650" y="1924848"/>
            <a:ext cx="8229600" cy="1045368"/>
          </a:xfrm>
        </p:spPr>
        <p:txBody>
          <a:bodyPr wrap="square">
            <a:normAutofit/>
          </a:bodyPr>
          <a:lstStyle/>
          <a:p>
            <a:r>
              <a:rPr lang="en-US" sz="2000" dirty="0"/>
              <a:t>BFS explores neighbor nodes first, before moving to the next level of neighbors. It explores "wide" before it explores "deep."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34E15-C178-9479-22A4-4E7702D5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348"/>
          <a:stretch>
            <a:fillRect/>
          </a:stretch>
        </p:blipFill>
        <p:spPr>
          <a:xfrm>
            <a:off x="3964382" y="2853531"/>
            <a:ext cx="4849418" cy="2581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E0EE-E0D1-86DE-062E-705F9316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6A6B-20A1-E340-4246-B5385653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Breadth-First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15B5-A9C5-704B-7D81-414E6925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60900" cy="4025899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Expands shallowest nodes first using a FIFO queue.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✅ Complete, </a:t>
            </a: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Time &amp; Space: O(</a:t>
            </a:r>
            <a:r>
              <a:rPr sz="2000" dirty="0" err="1"/>
              <a:t>b^d</a:t>
            </a:r>
            <a:r>
              <a:rPr sz="2000" dirty="0"/>
              <a:t>)</a:t>
            </a: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AI Example: Chatbot exploring shortest conversation paths to reach desired user intent.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8C616-CF2F-7F35-7E2F-0F933136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348"/>
          <a:stretch>
            <a:fillRect/>
          </a:stretch>
        </p:blipFill>
        <p:spPr>
          <a:xfrm>
            <a:off x="5019675" y="1600200"/>
            <a:ext cx="38290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3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Uniform-Cost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62350" cy="4525963"/>
          </a:xfrm>
        </p:spPr>
        <p:txBody>
          <a:bodyPr wrap="square"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Expands node with the lowest path cost using a priority queue.</a:t>
            </a: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Find least cost path to reach the goal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Explore the nodes with the lowest cumulative cost first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Priority queue used for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19131-9675-2609-6FF1-59431FAD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579" y="1600200"/>
            <a:ext cx="3627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F9C1-AD7A-CC6B-8327-902638A1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F391-3B44-9527-EE4E-7E915C80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Uniform-Cost Search (UCS)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FC78D2-0F8C-8E13-3B81-5DEBCE7F5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029" y="1263650"/>
            <a:ext cx="362712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0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Expands the deepest node first using a LIFO stack.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❌ Not complete for infinite spaces, ❌ Not optimal.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AI Example: AI agent exploring possible reasoning chains deeply before backtracking.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Depth-Limited Search (DLS)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DFS variant with depth limit to prevent infinite loops.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❌ Not complete if solution deeper than limit.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AI Example: AI game bot searching moves up to limited depth (due to time constraints).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Combines BFS and DFS benefits by gradually increasing depth limit.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✅ Complete, ✅ Optimal for unit costs.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AI Example: Word transformation problem in NLP (‘cat’ → ‘dog’) using minimal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Bidirectional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Runs two searches: forward from start, backward from goal.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They meet in the middle, reducing search time drastically.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✅ Complete &amp; Optimal if BFS used.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AI Example: Finding shortest semantic connection between two AI knowledge graph nodes.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BFS – Complete, Optimal, High Memory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DFS – Space Efficient, Not Optimal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UCS – Least-Cost Solution, High Cost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DLS – Prevents Infinite Loop, May Miss Solution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IDS – Combines BFS &amp; DFS Benefits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Bidirectional – Fastest for Large Problems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Uninformed search = no domain knowledge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BFS finds shortest path; DFS uses less memory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UCS finds least-cost path; IDS is efficient and complete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Bidirectional search reduces time significantly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AI uses search algorithms in planning, pathfinding, and reasoning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534</Words>
  <Application>Microsoft Office PowerPoint</Application>
  <PresentationFormat>On-screen Show (4:3)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Problem Solving by Searching</vt:lpstr>
      <vt:lpstr>What is Problem Solving by Searching?</vt:lpstr>
      <vt:lpstr>Process of Problem Solving</vt:lpstr>
      <vt:lpstr>Uninformed Search Strategies</vt:lpstr>
      <vt:lpstr>What is Breadth-First Search?</vt:lpstr>
      <vt:lpstr>Breadth-First Search (BFS)</vt:lpstr>
      <vt:lpstr>Uniform-Cost Search (UCS)</vt:lpstr>
      <vt:lpstr>Uniform-Cost Search (UCS)</vt:lpstr>
      <vt:lpstr>Depth-First Search (DFS)</vt:lpstr>
      <vt:lpstr>Depth-Limited Search (DLS)</vt:lpstr>
      <vt:lpstr>Iterative Deepening Search (IDS)</vt:lpstr>
      <vt:lpstr>Bidirectional Search</vt:lpstr>
      <vt:lpstr>Comparison Summary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7</cp:revision>
  <dcterms:created xsi:type="dcterms:W3CDTF">2013-01-27T09:14:16Z</dcterms:created>
  <dcterms:modified xsi:type="dcterms:W3CDTF">2025-11-13T14:09:48Z</dcterms:modified>
  <cp:category/>
</cp:coreProperties>
</file>